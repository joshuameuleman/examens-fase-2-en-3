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9" r:id="rId5"/>
  </p:sldMasterIdLst>
  <p:notesMasterIdLst>
    <p:notesMasterId r:id="rId26"/>
  </p:notesMasterIdLst>
  <p:handoutMasterIdLst>
    <p:handoutMasterId r:id="rId27"/>
  </p:handoutMasterIdLst>
  <p:sldIdLst>
    <p:sldId id="256" r:id="rId6"/>
    <p:sldId id="257" r:id="rId7"/>
    <p:sldId id="258" r:id="rId8"/>
    <p:sldId id="261" r:id="rId9"/>
    <p:sldId id="260" r:id="rId10"/>
    <p:sldId id="262" r:id="rId11"/>
    <p:sldId id="263" r:id="rId12"/>
    <p:sldId id="266" r:id="rId13"/>
    <p:sldId id="267" r:id="rId14"/>
    <p:sldId id="264" r:id="rId15"/>
    <p:sldId id="265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77050" cy="9656763"/>
  <p:custDataLst>
    <p:custData r:id="rId4"/>
  </p:custDataLst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3" clrMode="gray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6D547F-E54C-47B5-BA10-C724722C1486}" v="5" dt="2024-10-03T21:00:24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745" autoAdjust="0"/>
  </p:normalViewPr>
  <p:slideViewPr>
    <p:cSldViewPr snapToGrid="0" snapToObjects="1">
      <p:cViewPr varScale="1">
        <p:scale>
          <a:sx n="98" d="100"/>
          <a:sy n="98" d="100"/>
        </p:scale>
        <p:origin x="106" y="213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2" d="100"/>
          <a:sy n="82" d="100"/>
        </p:scale>
        <p:origin x="394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 Naert" userId="1cb2f04a-8070-4357-8fdd-1dd80acf0e0e" providerId="ADAL" clId="{A26D547F-E54C-47B5-BA10-C724722C1486}"/>
    <pc:docChg chg="undo redo custSel addSld delSld modSld">
      <pc:chgData name="Hans Naert" userId="1cb2f04a-8070-4357-8fdd-1dd80acf0e0e" providerId="ADAL" clId="{A26D547F-E54C-47B5-BA10-C724722C1486}" dt="2024-10-03T21:01:52.375" v="5256" actId="14100"/>
      <pc:docMkLst>
        <pc:docMk/>
      </pc:docMkLst>
      <pc:sldChg chg="addSp delSp modSp mod">
        <pc:chgData name="Hans Naert" userId="1cb2f04a-8070-4357-8fdd-1dd80acf0e0e" providerId="ADAL" clId="{A26D547F-E54C-47B5-BA10-C724722C1486}" dt="2024-10-03T21:01:52.375" v="5256" actId="14100"/>
        <pc:sldMkLst>
          <pc:docMk/>
          <pc:sldMk cId="1773451380" sldId="256"/>
        </pc:sldMkLst>
        <pc:spChg chg="mod">
          <ac:chgData name="Hans Naert" userId="1cb2f04a-8070-4357-8fdd-1dd80acf0e0e" providerId="ADAL" clId="{A26D547F-E54C-47B5-BA10-C724722C1486}" dt="2024-09-15T16:11:44.912" v="8" actId="20577"/>
          <ac:spMkLst>
            <pc:docMk/>
            <pc:sldMk cId="1773451380" sldId="256"/>
            <ac:spMk id="2" creationId="{8CD5BC26-B6C9-EF54-7C18-1B45C642D241}"/>
          </ac:spMkLst>
        </pc:spChg>
        <pc:spChg chg="mod">
          <ac:chgData name="Hans Naert" userId="1cb2f04a-8070-4357-8fdd-1dd80acf0e0e" providerId="ADAL" clId="{A26D547F-E54C-47B5-BA10-C724722C1486}" dt="2024-10-03T21:01:38.421" v="5253" actId="1076"/>
          <ac:spMkLst>
            <pc:docMk/>
            <pc:sldMk cId="1773451380" sldId="256"/>
            <ac:spMk id="3" creationId="{7BCB58FD-AC63-BEE1-AE29-D64767C6601C}"/>
          </ac:spMkLst>
        </pc:spChg>
        <pc:spChg chg="del">
          <ac:chgData name="Hans Naert" userId="1cb2f04a-8070-4357-8fdd-1dd80acf0e0e" providerId="ADAL" clId="{A26D547F-E54C-47B5-BA10-C724722C1486}" dt="2024-09-15T16:18:53.402" v="139" actId="931"/>
          <ac:spMkLst>
            <pc:docMk/>
            <pc:sldMk cId="1773451380" sldId="256"/>
            <ac:spMk id="4" creationId="{0C9FD51D-6AFE-2F08-0CDF-1FF87E3981E5}"/>
          </ac:spMkLst>
        </pc:spChg>
        <pc:spChg chg="add del mod">
          <ac:chgData name="Hans Naert" userId="1cb2f04a-8070-4357-8fdd-1dd80acf0e0e" providerId="ADAL" clId="{A26D547F-E54C-47B5-BA10-C724722C1486}" dt="2024-09-15T16:19:40.494" v="148" actId="931"/>
          <ac:spMkLst>
            <pc:docMk/>
            <pc:sldMk cId="1773451380" sldId="256"/>
            <ac:spMk id="8" creationId="{9FCCEF1A-97A2-9000-8822-F1F222454FA2}"/>
          </ac:spMkLst>
        </pc:spChg>
        <pc:spChg chg="add del mod">
          <ac:chgData name="Hans Naert" userId="1cb2f04a-8070-4357-8fdd-1dd80acf0e0e" providerId="ADAL" clId="{A26D547F-E54C-47B5-BA10-C724722C1486}" dt="2024-09-15T16:20:27.570" v="161" actId="478"/>
          <ac:spMkLst>
            <pc:docMk/>
            <pc:sldMk cId="1773451380" sldId="256"/>
            <ac:spMk id="12" creationId="{BE7CFBD1-347D-8146-2721-4A5B0F0FDCC7}"/>
          </ac:spMkLst>
        </pc:spChg>
        <pc:spChg chg="add mod">
          <ac:chgData name="Hans Naert" userId="1cb2f04a-8070-4357-8fdd-1dd80acf0e0e" providerId="ADAL" clId="{A26D547F-E54C-47B5-BA10-C724722C1486}" dt="2024-10-03T21:01:52.375" v="5256" actId="14100"/>
          <ac:spMkLst>
            <pc:docMk/>
            <pc:sldMk cId="1773451380" sldId="256"/>
            <ac:spMk id="16" creationId="{CBECB7A8-E5FF-73E3-C957-FCF5B3183D42}"/>
          </ac:spMkLst>
        </pc:spChg>
        <pc:picChg chg="add del mod">
          <ac:chgData name="Hans Naert" userId="1cb2f04a-8070-4357-8fdd-1dd80acf0e0e" providerId="ADAL" clId="{A26D547F-E54C-47B5-BA10-C724722C1486}" dt="2024-09-15T16:19:31.085" v="147" actId="478"/>
          <ac:picMkLst>
            <pc:docMk/>
            <pc:sldMk cId="1773451380" sldId="256"/>
            <ac:picMk id="6" creationId="{103D6097-440F-2701-A0D3-6786B73423A5}"/>
          </ac:picMkLst>
        </pc:picChg>
        <pc:picChg chg="add del mod modCrop">
          <ac:chgData name="Hans Naert" userId="1cb2f04a-8070-4357-8fdd-1dd80acf0e0e" providerId="ADAL" clId="{A26D547F-E54C-47B5-BA10-C724722C1486}" dt="2024-09-15T16:20:25.962" v="160" actId="478"/>
          <ac:picMkLst>
            <pc:docMk/>
            <pc:sldMk cId="1773451380" sldId="256"/>
            <ac:picMk id="10" creationId="{48BDE035-5280-8260-EE56-5EF67A4A5B13}"/>
          </ac:picMkLst>
        </pc:picChg>
        <pc:picChg chg="add mod">
          <ac:chgData name="Hans Naert" userId="1cb2f04a-8070-4357-8fdd-1dd80acf0e0e" providerId="ADAL" clId="{A26D547F-E54C-47B5-BA10-C724722C1486}" dt="2024-10-03T21:01:47.525" v="5255" actId="1076"/>
          <ac:picMkLst>
            <pc:docMk/>
            <pc:sldMk cId="1773451380" sldId="256"/>
            <ac:picMk id="14" creationId="{B1DB72E1-F66F-EF66-3279-97D52528BECA}"/>
          </ac:picMkLst>
        </pc:picChg>
      </pc:sldChg>
      <pc:sldChg chg="modSp new mod">
        <pc:chgData name="Hans Naert" userId="1cb2f04a-8070-4357-8fdd-1dd80acf0e0e" providerId="ADAL" clId="{A26D547F-E54C-47B5-BA10-C724722C1486}" dt="2024-09-15T16:23:29.915" v="186" actId="20577"/>
        <pc:sldMkLst>
          <pc:docMk/>
          <pc:sldMk cId="1543364476" sldId="257"/>
        </pc:sldMkLst>
        <pc:spChg chg="mod">
          <ac:chgData name="Hans Naert" userId="1cb2f04a-8070-4357-8fdd-1dd80acf0e0e" providerId="ADAL" clId="{A26D547F-E54C-47B5-BA10-C724722C1486}" dt="2024-09-15T16:13:36.891" v="36" actId="20577"/>
          <ac:spMkLst>
            <pc:docMk/>
            <pc:sldMk cId="1543364476" sldId="257"/>
            <ac:spMk id="3" creationId="{C91B2D94-C27A-ADA4-B506-8FBDD3F4D8D8}"/>
          </ac:spMkLst>
        </pc:spChg>
        <pc:spChg chg="mod">
          <ac:chgData name="Hans Naert" userId="1cb2f04a-8070-4357-8fdd-1dd80acf0e0e" providerId="ADAL" clId="{A26D547F-E54C-47B5-BA10-C724722C1486}" dt="2024-09-15T16:13:38.011" v="37" actId="20577"/>
          <ac:spMkLst>
            <pc:docMk/>
            <pc:sldMk cId="1543364476" sldId="257"/>
            <ac:spMk id="4" creationId="{8C8F60DE-BFD9-4EB5-1196-B879A4805C84}"/>
          </ac:spMkLst>
        </pc:spChg>
        <pc:spChg chg="mod">
          <ac:chgData name="Hans Naert" userId="1cb2f04a-8070-4357-8fdd-1dd80acf0e0e" providerId="ADAL" clId="{A26D547F-E54C-47B5-BA10-C724722C1486}" dt="2024-09-15T16:13:49.611" v="44" actId="20577"/>
          <ac:spMkLst>
            <pc:docMk/>
            <pc:sldMk cId="1543364476" sldId="257"/>
            <ac:spMk id="5" creationId="{F4A0884D-76E5-CBEB-FD15-FDF9C90F48DD}"/>
          </ac:spMkLst>
        </pc:spChg>
        <pc:spChg chg="mod">
          <ac:chgData name="Hans Naert" userId="1cb2f04a-8070-4357-8fdd-1dd80acf0e0e" providerId="ADAL" clId="{A26D547F-E54C-47B5-BA10-C724722C1486}" dt="2024-09-15T16:13:43.551" v="41" actId="20577"/>
          <ac:spMkLst>
            <pc:docMk/>
            <pc:sldMk cId="1543364476" sldId="257"/>
            <ac:spMk id="6" creationId="{7B5366BB-3D7B-FA1E-FA7D-A92AD8329306}"/>
          </ac:spMkLst>
        </pc:spChg>
        <pc:spChg chg="mod">
          <ac:chgData name="Hans Naert" userId="1cb2f04a-8070-4357-8fdd-1dd80acf0e0e" providerId="ADAL" clId="{A26D547F-E54C-47B5-BA10-C724722C1486}" dt="2024-09-15T16:13:45.771" v="42" actId="20577"/>
          <ac:spMkLst>
            <pc:docMk/>
            <pc:sldMk cId="1543364476" sldId="257"/>
            <ac:spMk id="7" creationId="{98574B66-42EC-FF3A-180C-27C969C7B179}"/>
          </ac:spMkLst>
        </pc:spChg>
        <pc:spChg chg="mod">
          <ac:chgData name="Hans Naert" userId="1cb2f04a-8070-4357-8fdd-1dd80acf0e0e" providerId="ADAL" clId="{A26D547F-E54C-47B5-BA10-C724722C1486}" dt="2024-09-15T16:13:48.052" v="43" actId="20577"/>
          <ac:spMkLst>
            <pc:docMk/>
            <pc:sldMk cId="1543364476" sldId="257"/>
            <ac:spMk id="8" creationId="{9D4FFC1D-720D-0A36-29D0-6246692DB9FB}"/>
          </ac:spMkLst>
        </pc:spChg>
        <pc:spChg chg="mod">
          <ac:chgData name="Hans Naert" userId="1cb2f04a-8070-4357-8fdd-1dd80acf0e0e" providerId="ADAL" clId="{A26D547F-E54C-47B5-BA10-C724722C1486}" dt="2024-09-15T16:23:29.915" v="186" actId="20577"/>
          <ac:spMkLst>
            <pc:docMk/>
            <pc:sldMk cId="1543364476" sldId="257"/>
            <ac:spMk id="9" creationId="{39694B98-6A15-D8CE-B667-B907250BED10}"/>
          </ac:spMkLst>
        </pc:spChg>
        <pc:spChg chg="mod">
          <ac:chgData name="Hans Naert" userId="1cb2f04a-8070-4357-8fdd-1dd80acf0e0e" providerId="ADAL" clId="{A26D547F-E54C-47B5-BA10-C724722C1486}" dt="2024-09-15T16:16:43.303" v="137" actId="20577"/>
          <ac:spMkLst>
            <pc:docMk/>
            <pc:sldMk cId="1543364476" sldId="257"/>
            <ac:spMk id="10" creationId="{B70BD768-B7B0-2453-A792-43F80A352414}"/>
          </ac:spMkLst>
        </pc:spChg>
        <pc:spChg chg="mod">
          <ac:chgData name="Hans Naert" userId="1cb2f04a-8070-4357-8fdd-1dd80acf0e0e" providerId="ADAL" clId="{A26D547F-E54C-47B5-BA10-C724722C1486}" dt="2024-09-15T16:16:30.624" v="107" actId="6549"/>
          <ac:spMkLst>
            <pc:docMk/>
            <pc:sldMk cId="1543364476" sldId="257"/>
            <ac:spMk id="11" creationId="{F50506C1-D8E8-78DC-7BDF-074AAD97E68B}"/>
          </ac:spMkLst>
        </pc:spChg>
        <pc:spChg chg="mod">
          <ac:chgData name="Hans Naert" userId="1cb2f04a-8070-4357-8fdd-1dd80acf0e0e" providerId="ADAL" clId="{A26D547F-E54C-47B5-BA10-C724722C1486}" dt="2024-09-15T16:15:51.516" v="79" actId="20577"/>
          <ac:spMkLst>
            <pc:docMk/>
            <pc:sldMk cId="1543364476" sldId="257"/>
            <ac:spMk id="12" creationId="{7748F442-78C3-0695-9697-719126BD0770}"/>
          </ac:spMkLst>
        </pc:spChg>
        <pc:spChg chg="mod">
          <ac:chgData name="Hans Naert" userId="1cb2f04a-8070-4357-8fdd-1dd80acf0e0e" providerId="ADAL" clId="{A26D547F-E54C-47B5-BA10-C724722C1486}" dt="2024-09-15T16:15:43.871" v="74" actId="20577"/>
          <ac:spMkLst>
            <pc:docMk/>
            <pc:sldMk cId="1543364476" sldId="257"/>
            <ac:spMk id="13" creationId="{6B2B8C16-979A-2FA6-DF9B-8F3ECFDEE985}"/>
          </ac:spMkLst>
        </pc:spChg>
        <pc:spChg chg="mod">
          <ac:chgData name="Hans Naert" userId="1cb2f04a-8070-4357-8fdd-1dd80acf0e0e" providerId="ADAL" clId="{A26D547F-E54C-47B5-BA10-C724722C1486}" dt="2024-09-15T16:15:31.579" v="72" actId="20577"/>
          <ac:spMkLst>
            <pc:docMk/>
            <pc:sldMk cId="1543364476" sldId="257"/>
            <ac:spMk id="14" creationId="{D7F9FCCB-2DAA-1907-B5D8-185BB77F47D2}"/>
          </ac:spMkLst>
        </pc:spChg>
      </pc:sldChg>
      <pc:sldChg chg="addSp delSp modSp new mod modClrScheme chgLayout">
        <pc:chgData name="Hans Naert" userId="1cb2f04a-8070-4357-8fdd-1dd80acf0e0e" providerId="ADAL" clId="{A26D547F-E54C-47B5-BA10-C724722C1486}" dt="2024-09-15T16:40:11.054" v="363"/>
        <pc:sldMkLst>
          <pc:docMk/>
          <pc:sldMk cId="3821134878" sldId="258"/>
        </pc:sldMkLst>
        <pc:spChg chg="del mod ord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2" creationId="{C6390830-CDA7-3FF0-33C7-E5175B7A1E4C}"/>
          </ac:spMkLst>
        </pc:spChg>
        <pc:spChg chg="del mod ord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3" creationId="{DBA761D0-3633-2CD8-3744-601A5CF4E5ED}"/>
          </ac:spMkLst>
        </pc:spChg>
        <pc:spChg chg="del mod ord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4" creationId="{7CC9B90C-4B88-BE4F-775C-CDD3BAED24C1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5" creationId="{5EED6F53-470F-143F-1DB4-C22EEC864F12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6" creationId="{39240751-6EB6-10CE-0A4A-95A9375E48E4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7" creationId="{20192985-A5A6-F8EB-15EA-6FDBD93BF7D3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8" creationId="{790CA8AD-B066-312E-B33E-246CE0265127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9" creationId="{1D9EBA12-4D2C-B905-34D2-1F6E1B28D207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10" creationId="{152ACF60-A365-EE17-02F9-92E91CCF4E3E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11" creationId="{B89AA9F0-6347-BF19-7111-40A0F4E5F268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12" creationId="{E85CA0D7-5C5A-8E33-6D55-1BC45C681D6D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13" creationId="{0663FD0A-E106-E55C-D479-34B40D8F072C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14" creationId="{9503E640-8FA6-E2DA-3419-5BD7EEEA0C6B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15" creationId="{66D93606-CC77-6CD8-4201-C78BE961DD2A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16" creationId="{B1B2FE60-4877-9505-32B3-A0AB8FF0F286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17" creationId="{BA2E66F6-5BA6-B1A4-E550-625DD1516A0B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18" creationId="{DB505036-1C83-93CE-D109-5DF376B08874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19" creationId="{E22DDA87-F5EC-0346-B6D5-7E60CDCBA025}"/>
          </ac:spMkLst>
        </pc:spChg>
        <pc:spChg chg="del">
          <ac:chgData name="Hans Naert" userId="1cb2f04a-8070-4357-8fdd-1dd80acf0e0e" providerId="ADAL" clId="{A26D547F-E54C-47B5-BA10-C724722C1486}" dt="2024-09-15T16:23:00.184" v="179" actId="700"/>
          <ac:spMkLst>
            <pc:docMk/>
            <pc:sldMk cId="3821134878" sldId="258"/>
            <ac:spMk id="20" creationId="{CFC0E1CA-64E5-80A2-F05B-C8644617E766}"/>
          </ac:spMkLst>
        </pc:spChg>
        <pc:spChg chg="add mod ord">
          <ac:chgData name="Hans Naert" userId="1cb2f04a-8070-4357-8fdd-1dd80acf0e0e" providerId="ADAL" clId="{A26D547F-E54C-47B5-BA10-C724722C1486}" dt="2024-09-15T16:24:29.578" v="239" actId="6264"/>
          <ac:spMkLst>
            <pc:docMk/>
            <pc:sldMk cId="3821134878" sldId="258"/>
            <ac:spMk id="21" creationId="{26413AC3-4D94-8DE0-F3D8-709303A1051D}"/>
          </ac:spMkLst>
        </pc:spChg>
        <pc:spChg chg="add del mod ord">
          <ac:chgData name="Hans Naert" userId="1cb2f04a-8070-4357-8fdd-1dd80acf0e0e" providerId="ADAL" clId="{A26D547F-E54C-47B5-BA10-C724722C1486}" dt="2024-09-15T16:24:27.746" v="237" actId="6264"/>
          <ac:spMkLst>
            <pc:docMk/>
            <pc:sldMk cId="3821134878" sldId="258"/>
            <ac:spMk id="22" creationId="{502B6207-2309-8D2A-A0F9-E24A3C5839AB}"/>
          </ac:spMkLst>
        </pc:spChg>
        <pc:spChg chg="add mod ord">
          <ac:chgData name="Hans Naert" userId="1cb2f04a-8070-4357-8fdd-1dd80acf0e0e" providerId="ADAL" clId="{A26D547F-E54C-47B5-BA10-C724722C1486}" dt="2024-09-15T16:38:31.999" v="266" actId="20577"/>
          <ac:spMkLst>
            <pc:docMk/>
            <pc:sldMk cId="3821134878" sldId="258"/>
            <ac:spMk id="23" creationId="{1CEC5FE7-1175-255A-4425-DAF75EB26FC5}"/>
          </ac:spMkLst>
        </pc:spChg>
        <pc:spChg chg="add del mod ord">
          <ac:chgData name="Hans Naert" userId="1cb2f04a-8070-4357-8fdd-1dd80acf0e0e" providerId="ADAL" clId="{A26D547F-E54C-47B5-BA10-C724722C1486}" dt="2024-09-15T16:24:27.746" v="237" actId="6264"/>
          <ac:spMkLst>
            <pc:docMk/>
            <pc:sldMk cId="3821134878" sldId="258"/>
            <ac:spMk id="24" creationId="{803CDFDE-475A-C164-C0C0-1AFB25317847}"/>
          </ac:spMkLst>
        </pc:spChg>
        <pc:spChg chg="add del mod">
          <ac:chgData name="Hans Naert" userId="1cb2f04a-8070-4357-8fdd-1dd80acf0e0e" providerId="ADAL" clId="{A26D547F-E54C-47B5-BA10-C724722C1486}" dt="2024-09-15T16:24:27.746" v="237" actId="6264"/>
          <ac:spMkLst>
            <pc:docMk/>
            <pc:sldMk cId="3821134878" sldId="258"/>
            <ac:spMk id="25" creationId="{8C9AB66C-C065-279B-0E15-482D3D20FD51}"/>
          </ac:spMkLst>
        </pc:spChg>
        <pc:spChg chg="add del mod">
          <ac:chgData name="Hans Naert" userId="1cb2f04a-8070-4357-8fdd-1dd80acf0e0e" providerId="ADAL" clId="{A26D547F-E54C-47B5-BA10-C724722C1486}" dt="2024-09-15T16:24:27.746" v="237" actId="6264"/>
          <ac:spMkLst>
            <pc:docMk/>
            <pc:sldMk cId="3821134878" sldId="258"/>
            <ac:spMk id="26" creationId="{BDE46628-D820-269D-9EB8-59AA5EA4B7B4}"/>
          </ac:spMkLst>
        </pc:spChg>
        <pc:spChg chg="add del mod ord">
          <ac:chgData name="Hans Naert" userId="1cb2f04a-8070-4357-8fdd-1dd80acf0e0e" providerId="ADAL" clId="{A26D547F-E54C-47B5-BA10-C724722C1486}" dt="2024-09-15T16:24:28.865" v="238" actId="6264"/>
          <ac:spMkLst>
            <pc:docMk/>
            <pc:sldMk cId="3821134878" sldId="258"/>
            <ac:spMk id="27" creationId="{6E0DDA23-5B06-2E08-885D-91F57182E4ED}"/>
          </ac:spMkLst>
        </pc:spChg>
        <pc:spChg chg="add del mod ord">
          <ac:chgData name="Hans Naert" userId="1cb2f04a-8070-4357-8fdd-1dd80acf0e0e" providerId="ADAL" clId="{A26D547F-E54C-47B5-BA10-C724722C1486}" dt="2024-09-15T16:24:28.865" v="238" actId="6264"/>
          <ac:spMkLst>
            <pc:docMk/>
            <pc:sldMk cId="3821134878" sldId="258"/>
            <ac:spMk id="28" creationId="{F235D156-9945-AB63-562B-9E289A38E2C1}"/>
          </ac:spMkLst>
        </pc:spChg>
        <pc:spChg chg="add del mod">
          <ac:chgData name="Hans Naert" userId="1cb2f04a-8070-4357-8fdd-1dd80acf0e0e" providerId="ADAL" clId="{A26D547F-E54C-47B5-BA10-C724722C1486}" dt="2024-09-15T16:24:28.865" v="238" actId="6264"/>
          <ac:spMkLst>
            <pc:docMk/>
            <pc:sldMk cId="3821134878" sldId="258"/>
            <ac:spMk id="29" creationId="{41ECA68F-3B97-7C9D-5724-B935BE66952D}"/>
          </ac:spMkLst>
        </pc:spChg>
        <pc:spChg chg="add del mod">
          <ac:chgData name="Hans Naert" userId="1cb2f04a-8070-4357-8fdd-1dd80acf0e0e" providerId="ADAL" clId="{A26D547F-E54C-47B5-BA10-C724722C1486}" dt="2024-09-15T16:24:28.865" v="238" actId="6264"/>
          <ac:spMkLst>
            <pc:docMk/>
            <pc:sldMk cId="3821134878" sldId="258"/>
            <ac:spMk id="30" creationId="{BD83340F-8C08-BD53-232D-77CFB9E0EFF3}"/>
          </ac:spMkLst>
        </pc:spChg>
        <pc:spChg chg="add del mod ord">
          <ac:chgData name="Hans Naert" userId="1cb2f04a-8070-4357-8fdd-1dd80acf0e0e" providerId="ADAL" clId="{A26D547F-E54C-47B5-BA10-C724722C1486}" dt="2024-09-15T16:24:29.578" v="239" actId="6264"/>
          <ac:spMkLst>
            <pc:docMk/>
            <pc:sldMk cId="3821134878" sldId="258"/>
            <ac:spMk id="31" creationId="{7BA6AE64-DB0B-7520-E1D8-C926A75BA8E2}"/>
          </ac:spMkLst>
        </pc:spChg>
        <pc:spChg chg="add del mod ord">
          <ac:chgData name="Hans Naert" userId="1cb2f04a-8070-4357-8fdd-1dd80acf0e0e" providerId="ADAL" clId="{A26D547F-E54C-47B5-BA10-C724722C1486}" dt="2024-09-15T16:24:29.578" v="239" actId="6264"/>
          <ac:spMkLst>
            <pc:docMk/>
            <pc:sldMk cId="3821134878" sldId="258"/>
            <ac:spMk id="32" creationId="{440EE0B8-BB78-0307-7FDE-B83738E402E9}"/>
          </ac:spMkLst>
        </pc:spChg>
        <pc:spChg chg="add del mod">
          <ac:chgData name="Hans Naert" userId="1cb2f04a-8070-4357-8fdd-1dd80acf0e0e" providerId="ADAL" clId="{A26D547F-E54C-47B5-BA10-C724722C1486}" dt="2024-09-15T16:24:29.578" v="239" actId="6264"/>
          <ac:spMkLst>
            <pc:docMk/>
            <pc:sldMk cId="3821134878" sldId="258"/>
            <ac:spMk id="33" creationId="{C9EF29ED-AC60-6D29-C6CE-F585EA5A38D4}"/>
          </ac:spMkLst>
        </pc:spChg>
        <pc:spChg chg="add del mod">
          <ac:chgData name="Hans Naert" userId="1cb2f04a-8070-4357-8fdd-1dd80acf0e0e" providerId="ADAL" clId="{A26D547F-E54C-47B5-BA10-C724722C1486}" dt="2024-09-15T16:24:29.578" v="239" actId="6264"/>
          <ac:spMkLst>
            <pc:docMk/>
            <pc:sldMk cId="3821134878" sldId="258"/>
            <ac:spMk id="34" creationId="{645582FA-1422-C329-C2B0-A77ABC19CA00}"/>
          </ac:spMkLst>
        </pc:spChg>
        <pc:spChg chg="add mod ord">
          <ac:chgData name="Hans Naert" userId="1cb2f04a-8070-4357-8fdd-1dd80acf0e0e" providerId="ADAL" clId="{A26D547F-E54C-47B5-BA10-C724722C1486}" dt="2024-09-15T16:40:11.054" v="363"/>
          <ac:spMkLst>
            <pc:docMk/>
            <pc:sldMk cId="3821134878" sldId="258"/>
            <ac:spMk id="35" creationId="{0C2A2A63-8538-AD40-F4CA-C3A5A92E8328}"/>
          </ac:spMkLst>
        </pc:spChg>
        <pc:spChg chg="add mod ord">
          <ac:chgData name="Hans Naert" userId="1cb2f04a-8070-4357-8fdd-1dd80acf0e0e" providerId="ADAL" clId="{A26D547F-E54C-47B5-BA10-C724722C1486}" dt="2024-09-15T16:24:29.578" v="239" actId="6264"/>
          <ac:spMkLst>
            <pc:docMk/>
            <pc:sldMk cId="3821134878" sldId="258"/>
            <ac:spMk id="36" creationId="{0F3E4A46-6896-214D-261E-E4EA40A07CB0}"/>
          </ac:spMkLst>
        </pc:spChg>
      </pc:sldChg>
      <pc:sldChg chg="new del">
        <pc:chgData name="Hans Naert" userId="1cb2f04a-8070-4357-8fdd-1dd80acf0e0e" providerId="ADAL" clId="{A26D547F-E54C-47B5-BA10-C724722C1486}" dt="2024-09-15T16:25:00.432" v="259" actId="47"/>
        <pc:sldMkLst>
          <pc:docMk/>
          <pc:sldMk cId="523903796" sldId="259"/>
        </pc:sldMkLst>
      </pc:sldChg>
      <pc:sldChg chg="addSp modSp add mod">
        <pc:chgData name="Hans Naert" userId="1cb2f04a-8070-4357-8fdd-1dd80acf0e0e" providerId="ADAL" clId="{A26D547F-E54C-47B5-BA10-C724722C1486}" dt="2024-09-16T18:08:56.131" v="3986" actId="20577"/>
        <pc:sldMkLst>
          <pc:docMk/>
          <pc:sldMk cId="2433630508" sldId="260"/>
        </pc:sldMkLst>
        <pc:spChg chg="add mod">
          <ac:chgData name="Hans Naert" userId="1cb2f04a-8070-4357-8fdd-1dd80acf0e0e" providerId="ADAL" clId="{A26D547F-E54C-47B5-BA10-C724722C1486}" dt="2024-09-15T17:07:37.496" v="1827" actId="14100"/>
          <ac:spMkLst>
            <pc:docMk/>
            <pc:sldMk cId="2433630508" sldId="260"/>
            <ac:spMk id="3" creationId="{555642C6-42F4-2A4D-660A-C8FE4E8E8B8C}"/>
          </ac:spMkLst>
        </pc:spChg>
        <pc:spChg chg="add mod">
          <ac:chgData name="Hans Naert" userId="1cb2f04a-8070-4357-8fdd-1dd80acf0e0e" providerId="ADAL" clId="{A26D547F-E54C-47B5-BA10-C724722C1486}" dt="2024-09-15T17:07:54.719" v="1830" actId="14100"/>
          <ac:spMkLst>
            <pc:docMk/>
            <pc:sldMk cId="2433630508" sldId="260"/>
            <ac:spMk id="5" creationId="{F36417BD-938C-08DB-301B-8B5346A7F289}"/>
          </ac:spMkLst>
        </pc:spChg>
        <pc:spChg chg="add mod">
          <ac:chgData name="Hans Naert" userId="1cb2f04a-8070-4357-8fdd-1dd80acf0e0e" providerId="ADAL" clId="{A26D547F-E54C-47B5-BA10-C724722C1486}" dt="2024-09-15T17:08:19.343" v="1832" actId="1076"/>
          <ac:spMkLst>
            <pc:docMk/>
            <pc:sldMk cId="2433630508" sldId="260"/>
            <ac:spMk id="6" creationId="{E880F617-345D-D3A7-8677-21C5D969C3B6}"/>
          </ac:spMkLst>
        </pc:spChg>
        <pc:spChg chg="add mod">
          <ac:chgData name="Hans Naert" userId="1cb2f04a-8070-4357-8fdd-1dd80acf0e0e" providerId="ADAL" clId="{A26D547F-E54C-47B5-BA10-C724722C1486}" dt="2024-09-15T17:10:19.113" v="1839" actId="113"/>
          <ac:spMkLst>
            <pc:docMk/>
            <pc:sldMk cId="2433630508" sldId="260"/>
            <ac:spMk id="8" creationId="{F654F1EF-CC09-CB8C-D7B1-F259BF61BFB4}"/>
          </ac:spMkLst>
        </pc:spChg>
        <pc:spChg chg="mod">
          <ac:chgData name="Hans Naert" userId="1cb2f04a-8070-4357-8fdd-1dd80acf0e0e" providerId="ADAL" clId="{A26D547F-E54C-47B5-BA10-C724722C1486}" dt="2024-09-15T16:24:43.414" v="257" actId="20577"/>
          <ac:spMkLst>
            <pc:docMk/>
            <pc:sldMk cId="2433630508" sldId="260"/>
            <ac:spMk id="23" creationId="{1CEC5FE7-1175-255A-4425-DAF75EB26FC5}"/>
          </ac:spMkLst>
        </pc:spChg>
        <pc:spChg chg="mod">
          <ac:chgData name="Hans Naert" userId="1cb2f04a-8070-4357-8fdd-1dd80acf0e0e" providerId="ADAL" clId="{A26D547F-E54C-47B5-BA10-C724722C1486}" dt="2024-09-16T18:08:56.131" v="3986" actId="20577"/>
          <ac:spMkLst>
            <pc:docMk/>
            <pc:sldMk cId="2433630508" sldId="260"/>
            <ac:spMk id="35" creationId="{0C2A2A63-8538-AD40-F4CA-C3A5A92E8328}"/>
          </ac:spMkLst>
        </pc:spChg>
      </pc:sldChg>
      <pc:sldChg chg="modSp add mod">
        <pc:chgData name="Hans Naert" userId="1cb2f04a-8070-4357-8fdd-1dd80acf0e0e" providerId="ADAL" clId="{A26D547F-E54C-47B5-BA10-C724722C1486}" dt="2024-09-15T16:49:21.575" v="1104" actId="20577"/>
        <pc:sldMkLst>
          <pc:docMk/>
          <pc:sldMk cId="1621014994" sldId="261"/>
        </pc:sldMkLst>
        <pc:spChg chg="mod">
          <ac:chgData name="Hans Naert" userId="1cb2f04a-8070-4357-8fdd-1dd80acf0e0e" providerId="ADAL" clId="{A26D547F-E54C-47B5-BA10-C724722C1486}" dt="2024-09-15T16:49:21.575" v="1104" actId="20577"/>
          <ac:spMkLst>
            <pc:docMk/>
            <pc:sldMk cId="1621014994" sldId="261"/>
            <ac:spMk id="35" creationId="{0C2A2A63-8538-AD40-F4CA-C3A5A92E8328}"/>
          </ac:spMkLst>
        </pc:spChg>
      </pc:sldChg>
      <pc:sldChg chg="new del">
        <pc:chgData name="Hans Naert" userId="1cb2f04a-8070-4357-8fdd-1dd80acf0e0e" providerId="ADAL" clId="{A26D547F-E54C-47B5-BA10-C724722C1486}" dt="2024-09-15T16:25:00.432" v="259" actId="47"/>
        <pc:sldMkLst>
          <pc:docMk/>
          <pc:sldMk cId="3646878824" sldId="261"/>
        </pc:sldMkLst>
      </pc:sldChg>
      <pc:sldChg chg="addSp modSp add mod">
        <pc:chgData name="Hans Naert" userId="1cb2f04a-8070-4357-8fdd-1dd80acf0e0e" providerId="ADAL" clId="{A26D547F-E54C-47B5-BA10-C724722C1486}" dt="2024-09-15T17:16:21.487" v="2113" actId="14100"/>
        <pc:sldMkLst>
          <pc:docMk/>
          <pc:sldMk cId="1287101537" sldId="262"/>
        </pc:sldMkLst>
        <pc:spChg chg="add mod">
          <ac:chgData name="Hans Naert" userId="1cb2f04a-8070-4357-8fdd-1dd80acf0e0e" providerId="ADAL" clId="{A26D547F-E54C-47B5-BA10-C724722C1486}" dt="2024-09-15T17:16:21.487" v="2113" actId="14100"/>
          <ac:spMkLst>
            <pc:docMk/>
            <pc:sldMk cId="1287101537" sldId="262"/>
            <ac:spMk id="9" creationId="{AB8E428B-9ECE-A71C-8BAA-96E14BE07C8E}"/>
          </ac:spMkLst>
        </pc:spChg>
        <pc:spChg chg="mod">
          <ac:chgData name="Hans Naert" userId="1cb2f04a-8070-4357-8fdd-1dd80acf0e0e" providerId="ADAL" clId="{A26D547F-E54C-47B5-BA10-C724722C1486}" dt="2024-09-15T16:40:32.126" v="365"/>
          <ac:spMkLst>
            <pc:docMk/>
            <pc:sldMk cId="1287101537" sldId="262"/>
            <ac:spMk id="23" creationId="{1CEC5FE7-1175-255A-4425-DAF75EB26FC5}"/>
          </ac:spMkLst>
        </pc:spChg>
        <pc:spChg chg="mod">
          <ac:chgData name="Hans Naert" userId="1cb2f04a-8070-4357-8fdd-1dd80acf0e0e" providerId="ADAL" clId="{A26D547F-E54C-47B5-BA10-C724722C1486}" dt="2024-09-15T17:13:24.261" v="2091" actId="20577"/>
          <ac:spMkLst>
            <pc:docMk/>
            <pc:sldMk cId="1287101537" sldId="262"/>
            <ac:spMk id="35" creationId="{0C2A2A63-8538-AD40-F4CA-C3A5A92E8328}"/>
          </ac:spMkLst>
        </pc:spChg>
        <pc:picChg chg="add mod">
          <ac:chgData name="Hans Naert" userId="1cb2f04a-8070-4357-8fdd-1dd80acf0e0e" providerId="ADAL" clId="{A26D547F-E54C-47B5-BA10-C724722C1486}" dt="2024-09-15T17:15:11.144" v="2100" actId="1076"/>
          <ac:picMkLst>
            <pc:docMk/>
            <pc:sldMk cId="1287101537" sldId="262"/>
            <ac:picMk id="3" creationId="{1396316B-3D90-F4DA-4F75-A0657CBAD586}"/>
          </ac:picMkLst>
        </pc:picChg>
        <pc:picChg chg="add mod">
          <ac:chgData name="Hans Naert" userId="1cb2f04a-8070-4357-8fdd-1dd80acf0e0e" providerId="ADAL" clId="{A26D547F-E54C-47B5-BA10-C724722C1486}" dt="2024-09-15T17:15:12.997" v="2101" actId="1076"/>
          <ac:picMkLst>
            <pc:docMk/>
            <pc:sldMk cId="1287101537" sldId="262"/>
            <ac:picMk id="5" creationId="{1554BBE4-F862-A922-3EA1-27C963C26E53}"/>
          </ac:picMkLst>
        </pc:picChg>
        <pc:picChg chg="add mod">
          <ac:chgData name="Hans Naert" userId="1cb2f04a-8070-4357-8fdd-1dd80acf0e0e" providerId="ADAL" clId="{A26D547F-E54C-47B5-BA10-C724722C1486}" dt="2024-09-15T17:15:09.575" v="2099" actId="1076"/>
          <ac:picMkLst>
            <pc:docMk/>
            <pc:sldMk cId="1287101537" sldId="262"/>
            <ac:picMk id="7" creationId="{E724D0F6-E102-DF0A-6FF2-F3B2B68DD06F}"/>
          </ac:picMkLst>
        </pc:picChg>
      </pc:sldChg>
      <pc:sldChg chg="addSp delSp modSp add mod">
        <pc:chgData name="Hans Naert" userId="1cb2f04a-8070-4357-8fdd-1dd80acf0e0e" providerId="ADAL" clId="{A26D547F-E54C-47B5-BA10-C724722C1486}" dt="2024-09-16T06:20:57.202" v="2491" actId="20577"/>
        <pc:sldMkLst>
          <pc:docMk/>
          <pc:sldMk cId="3205809431" sldId="263"/>
        </pc:sldMkLst>
        <pc:spChg chg="add mod">
          <ac:chgData name="Hans Naert" userId="1cb2f04a-8070-4357-8fdd-1dd80acf0e0e" providerId="ADAL" clId="{A26D547F-E54C-47B5-BA10-C724722C1486}" dt="2024-09-16T06:19:28.375" v="2455" actId="1076"/>
          <ac:spMkLst>
            <pc:docMk/>
            <pc:sldMk cId="3205809431" sldId="263"/>
            <ac:spMk id="4" creationId="{C00D81A0-2074-3A30-9D4C-A5370B4C45E4}"/>
          </ac:spMkLst>
        </pc:spChg>
        <pc:spChg chg="add del mod">
          <ac:chgData name="Hans Naert" userId="1cb2f04a-8070-4357-8fdd-1dd80acf0e0e" providerId="ADAL" clId="{A26D547F-E54C-47B5-BA10-C724722C1486}" dt="2024-09-16T06:19:08.391" v="2446" actId="478"/>
          <ac:spMkLst>
            <pc:docMk/>
            <pc:sldMk cId="3205809431" sldId="263"/>
            <ac:spMk id="8" creationId="{1EE8C4B0-5AC5-146B-B6EB-592B3CA87275}"/>
          </ac:spMkLst>
        </pc:spChg>
        <pc:spChg chg="mod">
          <ac:chgData name="Hans Naert" userId="1cb2f04a-8070-4357-8fdd-1dd80acf0e0e" providerId="ADAL" clId="{A26D547F-E54C-47B5-BA10-C724722C1486}" dt="2024-09-15T16:40:47.978" v="367"/>
          <ac:spMkLst>
            <pc:docMk/>
            <pc:sldMk cId="3205809431" sldId="263"/>
            <ac:spMk id="23" creationId="{1CEC5FE7-1175-255A-4425-DAF75EB26FC5}"/>
          </ac:spMkLst>
        </pc:spChg>
        <pc:spChg chg="mod">
          <ac:chgData name="Hans Naert" userId="1cb2f04a-8070-4357-8fdd-1dd80acf0e0e" providerId="ADAL" clId="{A26D547F-E54C-47B5-BA10-C724722C1486}" dt="2024-09-16T06:20:57.202" v="2491" actId="20577"/>
          <ac:spMkLst>
            <pc:docMk/>
            <pc:sldMk cId="3205809431" sldId="263"/>
            <ac:spMk id="35" creationId="{0C2A2A63-8538-AD40-F4CA-C3A5A92E8328}"/>
          </ac:spMkLst>
        </pc:spChg>
        <pc:picChg chg="add del mod">
          <ac:chgData name="Hans Naert" userId="1cb2f04a-8070-4357-8fdd-1dd80acf0e0e" providerId="ADAL" clId="{A26D547F-E54C-47B5-BA10-C724722C1486}" dt="2024-09-15T17:53:11.639" v="2280" actId="478"/>
          <ac:picMkLst>
            <pc:docMk/>
            <pc:sldMk cId="3205809431" sldId="263"/>
            <ac:picMk id="3" creationId="{BCF8F69D-3A7B-F344-CBB2-B95E10BF4132}"/>
          </ac:picMkLst>
        </pc:picChg>
        <pc:picChg chg="add mod">
          <ac:chgData name="Hans Naert" userId="1cb2f04a-8070-4357-8fdd-1dd80acf0e0e" providerId="ADAL" clId="{A26D547F-E54C-47B5-BA10-C724722C1486}" dt="2024-09-16T06:19:23.748" v="2454" actId="1076"/>
          <ac:picMkLst>
            <pc:docMk/>
            <pc:sldMk cId="3205809431" sldId="263"/>
            <ac:picMk id="6" creationId="{F3A112F1-E14D-7329-F20B-9A524C664E69}"/>
          </ac:picMkLst>
        </pc:picChg>
      </pc:sldChg>
      <pc:sldChg chg="addSp modSp add mod">
        <pc:chgData name="Hans Naert" userId="1cb2f04a-8070-4357-8fdd-1dd80acf0e0e" providerId="ADAL" clId="{A26D547F-E54C-47B5-BA10-C724722C1486}" dt="2024-09-16T06:59:50.122" v="3301" actId="20577"/>
        <pc:sldMkLst>
          <pc:docMk/>
          <pc:sldMk cId="315705240" sldId="264"/>
        </pc:sldMkLst>
        <pc:spChg chg="mod">
          <ac:chgData name="Hans Naert" userId="1cb2f04a-8070-4357-8fdd-1dd80acf0e0e" providerId="ADAL" clId="{A26D547F-E54C-47B5-BA10-C724722C1486}" dt="2024-09-15T16:41:07.703" v="371"/>
          <ac:spMkLst>
            <pc:docMk/>
            <pc:sldMk cId="315705240" sldId="264"/>
            <ac:spMk id="23" creationId="{1CEC5FE7-1175-255A-4425-DAF75EB26FC5}"/>
          </ac:spMkLst>
        </pc:spChg>
        <pc:spChg chg="mod">
          <ac:chgData name="Hans Naert" userId="1cb2f04a-8070-4357-8fdd-1dd80acf0e0e" providerId="ADAL" clId="{A26D547F-E54C-47B5-BA10-C724722C1486}" dt="2024-09-16T06:59:50.122" v="3301" actId="20577"/>
          <ac:spMkLst>
            <pc:docMk/>
            <pc:sldMk cId="315705240" sldId="264"/>
            <ac:spMk id="35" creationId="{0C2A2A63-8538-AD40-F4CA-C3A5A92E8328}"/>
          </ac:spMkLst>
        </pc:spChg>
        <pc:picChg chg="add mod">
          <ac:chgData name="Hans Naert" userId="1cb2f04a-8070-4357-8fdd-1dd80acf0e0e" providerId="ADAL" clId="{A26D547F-E54C-47B5-BA10-C724722C1486}" dt="2024-09-16T06:58:45.188" v="3234" actId="1076"/>
          <ac:picMkLst>
            <pc:docMk/>
            <pc:sldMk cId="315705240" sldId="264"/>
            <ac:picMk id="3" creationId="{A755452F-1F47-41E7-51E4-DF5780FFF51A}"/>
          </ac:picMkLst>
        </pc:picChg>
      </pc:sldChg>
      <pc:sldChg chg="new del">
        <pc:chgData name="Hans Naert" userId="1cb2f04a-8070-4357-8fdd-1dd80acf0e0e" providerId="ADAL" clId="{A26D547F-E54C-47B5-BA10-C724722C1486}" dt="2024-09-15T16:41:00.609" v="369" actId="47"/>
        <pc:sldMkLst>
          <pc:docMk/>
          <pc:sldMk cId="1351496844" sldId="264"/>
        </pc:sldMkLst>
      </pc:sldChg>
      <pc:sldChg chg="addSp modSp add mod">
        <pc:chgData name="Hans Naert" userId="1cb2f04a-8070-4357-8fdd-1dd80acf0e0e" providerId="ADAL" clId="{A26D547F-E54C-47B5-BA10-C724722C1486}" dt="2024-09-16T17:34:21.481" v="3379" actId="1076"/>
        <pc:sldMkLst>
          <pc:docMk/>
          <pc:sldMk cId="612737216" sldId="265"/>
        </pc:sldMkLst>
        <pc:spChg chg="add mod">
          <ac:chgData name="Hans Naert" userId="1cb2f04a-8070-4357-8fdd-1dd80acf0e0e" providerId="ADAL" clId="{A26D547F-E54C-47B5-BA10-C724722C1486}" dt="2024-09-16T17:34:21.481" v="3379" actId="1076"/>
          <ac:spMkLst>
            <pc:docMk/>
            <pc:sldMk cId="612737216" sldId="265"/>
            <ac:spMk id="5" creationId="{17754867-81B9-C400-285C-8AE8383A1E52}"/>
          </ac:spMkLst>
        </pc:spChg>
        <pc:spChg chg="mod">
          <ac:chgData name="Hans Naert" userId="1cb2f04a-8070-4357-8fdd-1dd80acf0e0e" providerId="ADAL" clId="{A26D547F-E54C-47B5-BA10-C724722C1486}" dt="2024-09-15T16:41:21.310" v="373"/>
          <ac:spMkLst>
            <pc:docMk/>
            <pc:sldMk cId="612737216" sldId="265"/>
            <ac:spMk id="23" creationId="{1CEC5FE7-1175-255A-4425-DAF75EB26FC5}"/>
          </ac:spMkLst>
        </pc:spChg>
        <pc:spChg chg="mod">
          <ac:chgData name="Hans Naert" userId="1cb2f04a-8070-4357-8fdd-1dd80acf0e0e" providerId="ADAL" clId="{A26D547F-E54C-47B5-BA10-C724722C1486}" dt="2024-09-16T17:34:09.583" v="3376" actId="6549"/>
          <ac:spMkLst>
            <pc:docMk/>
            <pc:sldMk cId="612737216" sldId="265"/>
            <ac:spMk id="35" creationId="{0C2A2A63-8538-AD40-F4CA-C3A5A92E8328}"/>
          </ac:spMkLst>
        </pc:spChg>
        <pc:picChg chg="add mod modCrop">
          <ac:chgData name="Hans Naert" userId="1cb2f04a-8070-4357-8fdd-1dd80acf0e0e" providerId="ADAL" clId="{A26D547F-E54C-47B5-BA10-C724722C1486}" dt="2024-09-16T17:34:12.683" v="3377" actId="1076"/>
          <ac:picMkLst>
            <pc:docMk/>
            <pc:sldMk cId="612737216" sldId="265"/>
            <ac:picMk id="3" creationId="{FCAC2774-8471-393B-0945-424CF37F6459}"/>
          </ac:picMkLst>
        </pc:picChg>
      </pc:sldChg>
      <pc:sldChg chg="addSp delSp modSp add mod">
        <pc:chgData name="Hans Naert" userId="1cb2f04a-8070-4357-8fdd-1dd80acf0e0e" providerId="ADAL" clId="{A26D547F-E54C-47B5-BA10-C724722C1486}" dt="2024-09-16T06:54:01.143" v="3064" actId="1076"/>
        <pc:sldMkLst>
          <pc:docMk/>
          <pc:sldMk cId="3754861565" sldId="266"/>
        </pc:sldMkLst>
        <pc:spChg chg="del">
          <ac:chgData name="Hans Naert" userId="1cb2f04a-8070-4357-8fdd-1dd80acf0e0e" providerId="ADAL" clId="{A26D547F-E54C-47B5-BA10-C724722C1486}" dt="2024-09-16T06:41:10.955" v="2494" actId="478"/>
          <ac:spMkLst>
            <pc:docMk/>
            <pc:sldMk cId="3754861565" sldId="266"/>
            <ac:spMk id="4" creationId="{C00D81A0-2074-3A30-9D4C-A5370B4C45E4}"/>
          </ac:spMkLst>
        </pc:spChg>
        <pc:spChg chg="mod">
          <ac:chgData name="Hans Naert" userId="1cb2f04a-8070-4357-8fdd-1dd80acf0e0e" providerId="ADAL" clId="{A26D547F-E54C-47B5-BA10-C724722C1486}" dt="2024-09-16T06:53:23.431" v="3052" actId="14"/>
          <ac:spMkLst>
            <pc:docMk/>
            <pc:sldMk cId="3754861565" sldId="266"/>
            <ac:spMk id="35" creationId="{0C2A2A63-8538-AD40-F4CA-C3A5A92E8328}"/>
          </ac:spMkLst>
        </pc:spChg>
        <pc:picChg chg="add mod">
          <ac:chgData name="Hans Naert" userId="1cb2f04a-8070-4357-8fdd-1dd80acf0e0e" providerId="ADAL" clId="{A26D547F-E54C-47B5-BA10-C724722C1486}" dt="2024-09-16T06:54:01.143" v="3064" actId="1076"/>
          <ac:picMkLst>
            <pc:docMk/>
            <pc:sldMk cId="3754861565" sldId="266"/>
            <ac:picMk id="3" creationId="{54A704EA-5F32-DE5A-4C27-2610C662ED74}"/>
          </ac:picMkLst>
        </pc:picChg>
        <pc:picChg chg="del">
          <ac:chgData name="Hans Naert" userId="1cb2f04a-8070-4357-8fdd-1dd80acf0e0e" providerId="ADAL" clId="{A26D547F-E54C-47B5-BA10-C724722C1486}" dt="2024-09-16T06:41:07.876" v="2493" actId="478"/>
          <ac:picMkLst>
            <pc:docMk/>
            <pc:sldMk cId="3754861565" sldId="266"/>
            <ac:picMk id="6" creationId="{F3A112F1-E14D-7329-F20B-9A524C664E69}"/>
          </ac:picMkLst>
        </pc:picChg>
        <pc:picChg chg="add del mod">
          <ac:chgData name="Hans Naert" userId="1cb2f04a-8070-4357-8fdd-1dd80acf0e0e" providerId="ADAL" clId="{A26D547F-E54C-47B5-BA10-C724722C1486}" dt="2024-09-16T06:46:54.540" v="2665" actId="478"/>
          <ac:picMkLst>
            <pc:docMk/>
            <pc:sldMk cId="3754861565" sldId="266"/>
            <ac:picMk id="7" creationId="{74C90E7C-D35B-518C-FD29-2A40E128F72E}"/>
          </ac:picMkLst>
        </pc:picChg>
        <pc:picChg chg="add del mod">
          <ac:chgData name="Hans Naert" userId="1cb2f04a-8070-4357-8fdd-1dd80acf0e0e" providerId="ADAL" clId="{A26D547F-E54C-47B5-BA10-C724722C1486}" dt="2024-09-16T06:43:26.602" v="2624" actId="478"/>
          <ac:picMkLst>
            <pc:docMk/>
            <pc:sldMk cId="3754861565" sldId="266"/>
            <ac:picMk id="9" creationId="{51A7B009-B9D8-8622-EB3A-C51989575A1A}"/>
          </ac:picMkLst>
        </pc:picChg>
        <pc:picChg chg="add del mod">
          <ac:chgData name="Hans Naert" userId="1cb2f04a-8070-4357-8fdd-1dd80acf0e0e" providerId="ADAL" clId="{A26D547F-E54C-47B5-BA10-C724722C1486}" dt="2024-09-16T06:46:55.179" v="2666" actId="478"/>
          <ac:picMkLst>
            <pc:docMk/>
            <pc:sldMk cId="3754861565" sldId="266"/>
            <ac:picMk id="11" creationId="{144BE840-14E5-8288-6C8F-CC5F2BAA89B4}"/>
          </ac:picMkLst>
        </pc:picChg>
        <pc:picChg chg="add del mod modCrop">
          <ac:chgData name="Hans Naert" userId="1cb2f04a-8070-4357-8fdd-1dd80acf0e0e" providerId="ADAL" clId="{A26D547F-E54C-47B5-BA10-C724722C1486}" dt="2024-09-16T06:46:53.659" v="2664" actId="478"/>
          <ac:picMkLst>
            <pc:docMk/>
            <pc:sldMk cId="3754861565" sldId="266"/>
            <ac:picMk id="13" creationId="{468E1D2C-BAB4-C06C-30C3-95227E3EAA26}"/>
          </ac:picMkLst>
        </pc:picChg>
        <pc:picChg chg="add mod">
          <ac:chgData name="Hans Naert" userId="1cb2f04a-8070-4357-8fdd-1dd80acf0e0e" providerId="ADAL" clId="{A26D547F-E54C-47B5-BA10-C724722C1486}" dt="2024-09-16T06:53:57.852" v="3063" actId="1076"/>
          <ac:picMkLst>
            <pc:docMk/>
            <pc:sldMk cId="3754861565" sldId="266"/>
            <ac:picMk id="15" creationId="{B46A35BA-6234-4B34-66A7-50BDE046B0F0}"/>
          </ac:picMkLst>
        </pc:picChg>
      </pc:sldChg>
      <pc:sldChg chg="delSp modSp add mod">
        <pc:chgData name="Hans Naert" userId="1cb2f04a-8070-4357-8fdd-1dd80acf0e0e" providerId="ADAL" clId="{A26D547F-E54C-47B5-BA10-C724722C1486}" dt="2024-09-16T06:55:10.435" v="3069" actId="1076"/>
        <pc:sldMkLst>
          <pc:docMk/>
          <pc:sldMk cId="73929719" sldId="267"/>
        </pc:sldMkLst>
        <pc:spChg chg="mod">
          <ac:chgData name="Hans Naert" userId="1cb2f04a-8070-4357-8fdd-1dd80acf0e0e" providerId="ADAL" clId="{A26D547F-E54C-47B5-BA10-C724722C1486}" dt="2024-09-16T06:54:49.045" v="3067" actId="20577"/>
          <ac:spMkLst>
            <pc:docMk/>
            <pc:sldMk cId="73929719" sldId="267"/>
            <ac:spMk id="35" creationId="{0C2A2A63-8538-AD40-F4CA-C3A5A92E8328}"/>
          </ac:spMkLst>
        </pc:spChg>
        <pc:picChg chg="del">
          <ac:chgData name="Hans Naert" userId="1cb2f04a-8070-4357-8fdd-1dd80acf0e0e" providerId="ADAL" clId="{A26D547F-E54C-47B5-BA10-C724722C1486}" dt="2024-09-16T06:47:29.237" v="2704" actId="478"/>
          <ac:picMkLst>
            <pc:docMk/>
            <pc:sldMk cId="73929719" sldId="267"/>
            <ac:picMk id="3" creationId="{54A704EA-5F32-DE5A-4C27-2610C662ED74}"/>
          </ac:picMkLst>
        </pc:picChg>
        <pc:picChg chg="mod">
          <ac:chgData name="Hans Naert" userId="1cb2f04a-8070-4357-8fdd-1dd80acf0e0e" providerId="ADAL" clId="{A26D547F-E54C-47B5-BA10-C724722C1486}" dt="2024-09-16T06:55:10.435" v="3069" actId="1076"/>
          <ac:picMkLst>
            <pc:docMk/>
            <pc:sldMk cId="73929719" sldId="267"/>
            <ac:picMk id="7" creationId="{74C90E7C-D35B-518C-FD29-2A40E128F72E}"/>
          </ac:picMkLst>
        </pc:picChg>
        <pc:picChg chg="mod">
          <ac:chgData name="Hans Naert" userId="1cb2f04a-8070-4357-8fdd-1dd80acf0e0e" providerId="ADAL" clId="{A26D547F-E54C-47B5-BA10-C724722C1486}" dt="2024-09-16T06:55:10.435" v="3069" actId="1076"/>
          <ac:picMkLst>
            <pc:docMk/>
            <pc:sldMk cId="73929719" sldId="267"/>
            <ac:picMk id="11" creationId="{144BE840-14E5-8288-6C8F-CC5F2BAA89B4}"/>
          </ac:picMkLst>
        </pc:picChg>
        <pc:picChg chg="mod">
          <ac:chgData name="Hans Naert" userId="1cb2f04a-8070-4357-8fdd-1dd80acf0e0e" providerId="ADAL" clId="{A26D547F-E54C-47B5-BA10-C724722C1486}" dt="2024-09-16T06:55:06.247" v="3068" actId="1076"/>
          <ac:picMkLst>
            <pc:docMk/>
            <pc:sldMk cId="73929719" sldId="267"/>
            <ac:picMk id="13" creationId="{468E1D2C-BAB4-C06C-30C3-95227E3EAA26}"/>
          </ac:picMkLst>
        </pc:picChg>
      </pc:sldChg>
      <pc:sldChg chg="addSp delSp modSp add mod">
        <pc:chgData name="Hans Naert" userId="1cb2f04a-8070-4357-8fdd-1dd80acf0e0e" providerId="ADAL" clId="{A26D547F-E54C-47B5-BA10-C724722C1486}" dt="2024-09-16T18:36:52.924" v="4482" actId="313"/>
        <pc:sldMkLst>
          <pc:docMk/>
          <pc:sldMk cId="2624412478" sldId="268"/>
        </pc:sldMkLst>
        <pc:spChg chg="add mod">
          <ac:chgData name="Hans Naert" userId="1cb2f04a-8070-4357-8fdd-1dd80acf0e0e" providerId="ADAL" clId="{A26D547F-E54C-47B5-BA10-C724722C1486}" dt="2024-09-16T17:38:17.793" v="3590" actId="1076"/>
          <ac:spMkLst>
            <pc:docMk/>
            <pc:sldMk cId="2624412478" sldId="268"/>
            <ac:spMk id="4" creationId="{C16F39C9-49F0-325A-7A2F-3795721B3BEC}"/>
          </ac:spMkLst>
        </pc:spChg>
        <pc:spChg chg="del mod">
          <ac:chgData name="Hans Naert" userId="1cb2f04a-8070-4357-8fdd-1dd80acf0e0e" providerId="ADAL" clId="{A26D547F-E54C-47B5-BA10-C724722C1486}" dt="2024-09-16T17:35:09.617" v="3384" actId="478"/>
          <ac:spMkLst>
            <pc:docMk/>
            <pc:sldMk cId="2624412478" sldId="268"/>
            <ac:spMk id="5" creationId="{17754867-81B9-C400-285C-8AE8383A1E52}"/>
          </ac:spMkLst>
        </pc:spChg>
        <pc:spChg chg="mod">
          <ac:chgData name="Hans Naert" userId="1cb2f04a-8070-4357-8fdd-1dd80acf0e0e" providerId="ADAL" clId="{A26D547F-E54C-47B5-BA10-C724722C1486}" dt="2024-09-16T18:36:52.924" v="4482" actId="313"/>
          <ac:spMkLst>
            <pc:docMk/>
            <pc:sldMk cId="2624412478" sldId="268"/>
            <ac:spMk id="35" creationId="{0C2A2A63-8538-AD40-F4CA-C3A5A92E8328}"/>
          </ac:spMkLst>
        </pc:spChg>
        <pc:picChg chg="del">
          <ac:chgData name="Hans Naert" userId="1cb2f04a-8070-4357-8fdd-1dd80acf0e0e" providerId="ADAL" clId="{A26D547F-E54C-47B5-BA10-C724722C1486}" dt="2024-09-16T17:35:05.337" v="3382" actId="478"/>
          <ac:picMkLst>
            <pc:docMk/>
            <pc:sldMk cId="2624412478" sldId="268"/>
            <ac:picMk id="3" creationId="{FCAC2774-8471-393B-0945-424CF37F6459}"/>
          </ac:picMkLst>
        </pc:picChg>
      </pc:sldChg>
      <pc:sldChg chg="addSp delSp modSp add mod">
        <pc:chgData name="Hans Naert" userId="1cb2f04a-8070-4357-8fdd-1dd80acf0e0e" providerId="ADAL" clId="{A26D547F-E54C-47B5-BA10-C724722C1486}" dt="2024-09-16T18:09:26.678" v="4022" actId="20577"/>
        <pc:sldMkLst>
          <pc:docMk/>
          <pc:sldMk cId="2732689475" sldId="269"/>
        </pc:sldMkLst>
        <pc:spChg chg="add mod">
          <ac:chgData name="Hans Naert" userId="1cb2f04a-8070-4357-8fdd-1dd80acf0e0e" providerId="ADAL" clId="{A26D547F-E54C-47B5-BA10-C724722C1486}" dt="2024-09-16T17:46:40.932" v="3634" actId="1076"/>
          <ac:spMkLst>
            <pc:docMk/>
            <pc:sldMk cId="2732689475" sldId="269"/>
            <ac:spMk id="3" creationId="{5F0911DF-8FA7-DC67-80A1-4FA989FB489A}"/>
          </ac:spMkLst>
        </pc:spChg>
        <pc:spChg chg="del">
          <ac:chgData name="Hans Naert" userId="1cb2f04a-8070-4357-8fdd-1dd80acf0e0e" providerId="ADAL" clId="{A26D547F-E54C-47B5-BA10-C724722C1486}" dt="2024-09-16T17:41:30.099" v="3618" actId="478"/>
          <ac:spMkLst>
            <pc:docMk/>
            <pc:sldMk cId="2732689475" sldId="269"/>
            <ac:spMk id="4" creationId="{C16F39C9-49F0-325A-7A2F-3795721B3BEC}"/>
          </ac:spMkLst>
        </pc:spChg>
        <pc:spChg chg="mod">
          <ac:chgData name="Hans Naert" userId="1cb2f04a-8070-4357-8fdd-1dd80acf0e0e" providerId="ADAL" clId="{A26D547F-E54C-47B5-BA10-C724722C1486}" dt="2024-09-16T18:09:26.678" v="4022" actId="20577"/>
          <ac:spMkLst>
            <pc:docMk/>
            <pc:sldMk cId="2732689475" sldId="269"/>
            <ac:spMk id="35" creationId="{0C2A2A63-8538-AD40-F4CA-C3A5A92E8328}"/>
          </ac:spMkLst>
        </pc:spChg>
      </pc:sldChg>
      <pc:sldChg chg="addSp delSp modSp add mod">
        <pc:chgData name="Hans Naert" userId="1cb2f04a-8070-4357-8fdd-1dd80acf0e0e" providerId="ADAL" clId="{A26D547F-E54C-47B5-BA10-C724722C1486}" dt="2024-09-16T18:22:00.082" v="4256" actId="20577"/>
        <pc:sldMkLst>
          <pc:docMk/>
          <pc:sldMk cId="2481923489" sldId="270"/>
        </pc:sldMkLst>
        <pc:spChg chg="del mod">
          <ac:chgData name="Hans Naert" userId="1cb2f04a-8070-4357-8fdd-1dd80acf0e0e" providerId="ADAL" clId="{A26D547F-E54C-47B5-BA10-C724722C1486}" dt="2024-09-16T17:48:07.286" v="3808" actId="478"/>
          <ac:spMkLst>
            <pc:docMk/>
            <pc:sldMk cId="2481923489" sldId="270"/>
            <ac:spMk id="3" creationId="{5F0911DF-8FA7-DC67-80A1-4FA989FB489A}"/>
          </ac:spMkLst>
        </pc:spChg>
        <pc:spChg chg="add mod">
          <ac:chgData name="Hans Naert" userId="1cb2f04a-8070-4357-8fdd-1dd80acf0e0e" providerId="ADAL" clId="{A26D547F-E54C-47B5-BA10-C724722C1486}" dt="2024-09-16T18:11:18.525" v="4163" actId="13926"/>
          <ac:spMkLst>
            <pc:docMk/>
            <pc:sldMk cId="2481923489" sldId="270"/>
            <ac:spMk id="4" creationId="{EC070820-260F-02E2-7F8E-78C1862C707D}"/>
          </ac:spMkLst>
        </pc:spChg>
        <pc:spChg chg="mod">
          <ac:chgData name="Hans Naert" userId="1cb2f04a-8070-4357-8fdd-1dd80acf0e0e" providerId="ADAL" clId="{A26D547F-E54C-47B5-BA10-C724722C1486}" dt="2024-09-16T18:22:00.082" v="4256" actId="20577"/>
          <ac:spMkLst>
            <pc:docMk/>
            <pc:sldMk cId="2481923489" sldId="270"/>
            <ac:spMk id="35" creationId="{0C2A2A63-8538-AD40-F4CA-C3A5A92E8328}"/>
          </ac:spMkLst>
        </pc:spChg>
      </pc:sldChg>
      <pc:sldChg chg="addSp delSp modSp add mod">
        <pc:chgData name="Hans Naert" userId="1cb2f04a-8070-4357-8fdd-1dd80acf0e0e" providerId="ADAL" clId="{A26D547F-E54C-47B5-BA10-C724722C1486}" dt="2024-09-16T18:48:48.469" v="4572" actId="1076"/>
        <pc:sldMkLst>
          <pc:docMk/>
          <pc:sldMk cId="25985670" sldId="271"/>
        </pc:sldMkLst>
        <pc:spChg chg="add del mod">
          <ac:chgData name="Hans Naert" userId="1cb2f04a-8070-4357-8fdd-1dd80acf0e0e" providerId="ADAL" clId="{A26D547F-E54C-47B5-BA10-C724722C1486}" dt="2024-09-16T18:46:37.705" v="4566" actId="478"/>
          <ac:spMkLst>
            <pc:docMk/>
            <pc:sldMk cId="25985670" sldId="271"/>
            <ac:spMk id="3" creationId="{17ED93FB-B5BD-C407-55CD-91F5DB0575BE}"/>
          </ac:spMkLst>
        </pc:spChg>
        <pc:spChg chg="del">
          <ac:chgData name="Hans Naert" userId="1cb2f04a-8070-4357-8fdd-1dd80acf0e0e" providerId="ADAL" clId="{A26D547F-E54C-47B5-BA10-C724722C1486}" dt="2024-09-16T18:45:23.958" v="4495" actId="478"/>
          <ac:spMkLst>
            <pc:docMk/>
            <pc:sldMk cId="25985670" sldId="271"/>
            <ac:spMk id="4" creationId="{EC070820-260F-02E2-7F8E-78C1862C707D}"/>
          </ac:spMkLst>
        </pc:spChg>
        <pc:spChg chg="add mod">
          <ac:chgData name="Hans Naert" userId="1cb2f04a-8070-4357-8fdd-1dd80acf0e0e" providerId="ADAL" clId="{A26D547F-E54C-47B5-BA10-C724722C1486}" dt="2024-09-16T18:46:47.508" v="4568" actId="1076"/>
          <ac:spMkLst>
            <pc:docMk/>
            <pc:sldMk cId="25985670" sldId="271"/>
            <ac:spMk id="6" creationId="{CCFF15BD-B2E7-0E5F-6713-482DD7776E01}"/>
          </ac:spMkLst>
        </pc:spChg>
        <pc:spChg chg="add mod">
          <ac:chgData name="Hans Naert" userId="1cb2f04a-8070-4357-8fdd-1dd80acf0e0e" providerId="ADAL" clId="{A26D547F-E54C-47B5-BA10-C724722C1486}" dt="2024-09-16T18:48:48.469" v="4572" actId="1076"/>
          <ac:spMkLst>
            <pc:docMk/>
            <pc:sldMk cId="25985670" sldId="271"/>
            <ac:spMk id="8" creationId="{7719DF5B-3B77-3356-EF16-586C15A26415}"/>
          </ac:spMkLst>
        </pc:spChg>
        <pc:spChg chg="mod">
          <ac:chgData name="Hans Naert" userId="1cb2f04a-8070-4357-8fdd-1dd80acf0e0e" providerId="ADAL" clId="{A26D547F-E54C-47B5-BA10-C724722C1486}" dt="2024-09-16T18:48:39.707" v="4570"/>
          <ac:spMkLst>
            <pc:docMk/>
            <pc:sldMk cId="25985670" sldId="271"/>
            <ac:spMk id="35" creationId="{0C2A2A63-8538-AD40-F4CA-C3A5A92E8328}"/>
          </ac:spMkLst>
        </pc:spChg>
      </pc:sldChg>
      <pc:sldChg chg="delSp modSp add mod">
        <pc:chgData name="Hans Naert" userId="1cb2f04a-8070-4357-8fdd-1dd80acf0e0e" providerId="ADAL" clId="{A26D547F-E54C-47B5-BA10-C724722C1486}" dt="2024-09-17T08:28:48.658" v="5230" actId="20577"/>
        <pc:sldMkLst>
          <pc:docMk/>
          <pc:sldMk cId="286834627" sldId="272"/>
        </pc:sldMkLst>
        <pc:spChg chg="del">
          <ac:chgData name="Hans Naert" userId="1cb2f04a-8070-4357-8fdd-1dd80acf0e0e" providerId="ADAL" clId="{A26D547F-E54C-47B5-BA10-C724722C1486}" dt="2024-09-16T18:51:18.812" v="4576" actId="478"/>
          <ac:spMkLst>
            <pc:docMk/>
            <pc:sldMk cId="286834627" sldId="272"/>
            <ac:spMk id="6" creationId="{CCFF15BD-B2E7-0E5F-6713-482DD7776E01}"/>
          </ac:spMkLst>
        </pc:spChg>
        <pc:spChg chg="del">
          <ac:chgData name="Hans Naert" userId="1cb2f04a-8070-4357-8fdd-1dd80acf0e0e" providerId="ADAL" clId="{A26D547F-E54C-47B5-BA10-C724722C1486}" dt="2024-09-16T18:51:15.991" v="4575" actId="478"/>
          <ac:spMkLst>
            <pc:docMk/>
            <pc:sldMk cId="286834627" sldId="272"/>
            <ac:spMk id="8" creationId="{7719DF5B-3B77-3356-EF16-586C15A26415}"/>
          </ac:spMkLst>
        </pc:spChg>
        <pc:spChg chg="mod">
          <ac:chgData name="Hans Naert" userId="1cb2f04a-8070-4357-8fdd-1dd80acf0e0e" providerId="ADAL" clId="{A26D547F-E54C-47B5-BA10-C724722C1486}" dt="2024-09-16T18:51:26.151" v="4588" actId="20577"/>
          <ac:spMkLst>
            <pc:docMk/>
            <pc:sldMk cId="286834627" sldId="272"/>
            <ac:spMk id="21" creationId="{26413AC3-4D94-8DE0-F3D8-709303A1051D}"/>
          </ac:spMkLst>
        </pc:spChg>
        <pc:spChg chg="mod">
          <ac:chgData name="Hans Naert" userId="1cb2f04a-8070-4357-8fdd-1dd80acf0e0e" providerId="ADAL" clId="{A26D547F-E54C-47B5-BA10-C724722C1486}" dt="2024-09-16T18:51:37.535" v="4594" actId="20577"/>
          <ac:spMkLst>
            <pc:docMk/>
            <pc:sldMk cId="286834627" sldId="272"/>
            <ac:spMk id="23" creationId="{1CEC5FE7-1175-255A-4425-DAF75EB26FC5}"/>
          </ac:spMkLst>
        </pc:spChg>
        <pc:spChg chg="mod">
          <ac:chgData name="Hans Naert" userId="1cb2f04a-8070-4357-8fdd-1dd80acf0e0e" providerId="ADAL" clId="{A26D547F-E54C-47B5-BA10-C724722C1486}" dt="2024-09-17T08:28:48.658" v="5230" actId="20577"/>
          <ac:spMkLst>
            <pc:docMk/>
            <pc:sldMk cId="286834627" sldId="272"/>
            <ac:spMk id="35" creationId="{0C2A2A63-8538-AD40-F4CA-C3A5A92E8328}"/>
          </ac:spMkLst>
        </pc:spChg>
      </pc:sldChg>
      <pc:sldChg chg="modSp add mod">
        <pc:chgData name="Hans Naert" userId="1cb2f04a-8070-4357-8fdd-1dd80acf0e0e" providerId="ADAL" clId="{A26D547F-E54C-47B5-BA10-C724722C1486}" dt="2024-09-17T07:41:35.269" v="4884" actId="20577"/>
        <pc:sldMkLst>
          <pc:docMk/>
          <pc:sldMk cId="2945260376" sldId="273"/>
        </pc:sldMkLst>
        <pc:spChg chg="mod">
          <ac:chgData name="Hans Naert" userId="1cb2f04a-8070-4357-8fdd-1dd80acf0e0e" providerId="ADAL" clId="{A26D547F-E54C-47B5-BA10-C724722C1486}" dt="2024-09-17T07:37:43.822" v="4785" actId="20577"/>
          <ac:spMkLst>
            <pc:docMk/>
            <pc:sldMk cId="2945260376" sldId="273"/>
            <ac:spMk id="21" creationId="{26413AC3-4D94-8DE0-F3D8-709303A1051D}"/>
          </ac:spMkLst>
        </pc:spChg>
        <pc:spChg chg="mod">
          <ac:chgData name="Hans Naert" userId="1cb2f04a-8070-4357-8fdd-1dd80acf0e0e" providerId="ADAL" clId="{A26D547F-E54C-47B5-BA10-C724722C1486}" dt="2024-09-17T07:41:35.269" v="4884" actId="20577"/>
          <ac:spMkLst>
            <pc:docMk/>
            <pc:sldMk cId="2945260376" sldId="273"/>
            <ac:spMk id="35" creationId="{0C2A2A63-8538-AD40-F4CA-C3A5A92E8328}"/>
          </ac:spMkLst>
        </pc:spChg>
      </pc:sldChg>
      <pc:sldChg chg="modSp add mod">
        <pc:chgData name="Hans Naert" userId="1cb2f04a-8070-4357-8fdd-1dd80acf0e0e" providerId="ADAL" clId="{A26D547F-E54C-47B5-BA10-C724722C1486}" dt="2024-09-24T19:05:28.313" v="5232" actId="20577"/>
        <pc:sldMkLst>
          <pc:docMk/>
          <pc:sldMk cId="2469667641" sldId="274"/>
        </pc:sldMkLst>
        <pc:spChg chg="mod">
          <ac:chgData name="Hans Naert" userId="1cb2f04a-8070-4357-8fdd-1dd80acf0e0e" providerId="ADAL" clId="{A26D547F-E54C-47B5-BA10-C724722C1486}" dt="2024-09-17T07:42:20.561" v="4892" actId="20577"/>
          <ac:spMkLst>
            <pc:docMk/>
            <pc:sldMk cId="2469667641" sldId="274"/>
            <ac:spMk id="21" creationId="{26413AC3-4D94-8DE0-F3D8-709303A1051D}"/>
          </ac:spMkLst>
        </pc:spChg>
        <pc:spChg chg="mod">
          <ac:chgData name="Hans Naert" userId="1cb2f04a-8070-4357-8fdd-1dd80acf0e0e" providerId="ADAL" clId="{A26D547F-E54C-47B5-BA10-C724722C1486}" dt="2024-09-24T19:05:28.313" v="5232" actId="20577"/>
          <ac:spMkLst>
            <pc:docMk/>
            <pc:sldMk cId="2469667641" sldId="274"/>
            <ac:spMk id="35" creationId="{0C2A2A63-8538-AD40-F4CA-C3A5A92E8328}"/>
          </ac:spMkLst>
        </pc:spChg>
      </pc:sldChg>
      <pc:sldChg chg="modSp add mod">
        <pc:chgData name="Hans Naert" userId="1cb2f04a-8070-4357-8fdd-1dd80acf0e0e" providerId="ADAL" clId="{A26D547F-E54C-47B5-BA10-C724722C1486}" dt="2024-09-17T07:47:23.353" v="5092" actId="6549"/>
        <pc:sldMkLst>
          <pc:docMk/>
          <pc:sldMk cId="976828611" sldId="275"/>
        </pc:sldMkLst>
        <pc:spChg chg="mod">
          <ac:chgData name="Hans Naert" userId="1cb2f04a-8070-4357-8fdd-1dd80acf0e0e" providerId="ADAL" clId="{A26D547F-E54C-47B5-BA10-C724722C1486}" dt="2024-09-17T07:47:23.353" v="5092" actId="6549"/>
          <ac:spMkLst>
            <pc:docMk/>
            <pc:sldMk cId="976828611" sldId="275"/>
            <ac:spMk id="21" creationId="{26413AC3-4D94-8DE0-F3D8-709303A1051D}"/>
          </ac:spMkLst>
        </pc:spChg>
        <pc:spChg chg="mod">
          <ac:chgData name="Hans Naert" userId="1cb2f04a-8070-4357-8fdd-1dd80acf0e0e" providerId="ADAL" clId="{A26D547F-E54C-47B5-BA10-C724722C1486}" dt="2024-09-17T07:45:34.355" v="5091" actId="20577"/>
          <ac:spMkLst>
            <pc:docMk/>
            <pc:sldMk cId="976828611" sldId="275"/>
            <ac:spMk id="35" creationId="{0C2A2A63-8538-AD40-F4CA-C3A5A92E8328}"/>
          </ac:spMkLst>
        </pc:spChg>
      </pc:sldChg>
      <pc:sldChg chg="modSp add mod">
        <pc:chgData name="Hans Naert" userId="1cb2f04a-8070-4357-8fdd-1dd80acf0e0e" providerId="ADAL" clId="{A26D547F-E54C-47B5-BA10-C724722C1486}" dt="2024-09-17T08:17:02.958" v="5184" actId="27636"/>
        <pc:sldMkLst>
          <pc:docMk/>
          <pc:sldMk cId="2357507315" sldId="276"/>
        </pc:sldMkLst>
        <pc:spChg chg="mod">
          <ac:chgData name="Hans Naert" userId="1cb2f04a-8070-4357-8fdd-1dd80acf0e0e" providerId="ADAL" clId="{A26D547F-E54C-47B5-BA10-C724722C1486}" dt="2024-09-17T08:10:04.723" v="5131" actId="20577"/>
          <ac:spMkLst>
            <pc:docMk/>
            <pc:sldMk cId="2357507315" sldId="276"/>
            <ac:spMk id="21" creationId="{26413AC3-4D94-8DE0-F3D8-709303A1051D}"/>
          </ac:spMkLst>
        </pc:spChg>
        <pc:spChg chg="mod">
          <ac:chgData name="Hans Naert" userId="1cb2f04a-8070-4357-8fdd-1dd80acf0e0e" providerId="ADAL" clId="{A26D547F-E54C-47B5-BA10-C724722C1486}" dt="2024-09-17T08:17:02.958" v="5184" actId="27636"/>
          <ac:spMkLst>
            <pc:docMk/>
            <pc:sldMk cId="2357507315" sldId="276"/>
            <ac:spMk id="35" creationId="{0C2A2A63-8538-AD40-F4CA-C3A5A92E832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677001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220663" y="723900"/>
            <a:ext cx="6435725" cy="3621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6" tIns="47238" rIns="94476" bIns="47238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7705" y="4586963"/>
            <a:ext cx="5501640" cy="4345543"/>
          </a:xfrm>
          <a:prstGeom prst="rect">
            <a:avLst/>
          </a:prstGeom>
        </p:spPr>
        <p:txBody>
          <a:bodyPr vert="horz" lIns="94476" tIns="47238" rIns="94476" bIns="47238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3449648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F4486F3B-7B06-4FA3-AE6C-D8F59480D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29212" r="33333" b="19012"/>
          <a:stretch/>
        </p:blipFill>
        <p:spPr>
          <a:xfrm>
            <a:off x="6096000" y="-4793"/>
            <a:ext cx="6120000" cy="686279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3068321" y="400396"/>
            <a:ext cx="8735753" cy="818804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  <a:latin typeface="Segoe UI Black (Koppen)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3068321" y="1719942"/>
            <a:ext cx="3027679" cy="642257"/>
          </a:xfrm>
        </p:spPr>
        <p:txBody>
          <a:bodyPr>
            <a:normAutofit/>
          </a:bodyPr>
          <a:lstStyle>
            <a:lvl1pPr marL="0" indent="0" algn="l">
              <a:buNone/>
              <a:defRPr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nl-NL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1BB5F396-B573-4D75-A1F2-0AC3C98C41CE}"/>
              </a:ext>
            </a:extLst>
          </p:cNvPr>
          <p:cNvSpPr/>
          <p:nvPr userDrawn="1"/>
        </p:nvSpPr>
        <p:spPr>
          <a:xfrm>
            <a:off x="2350147" y="1137829"/>
            <a:ext cx="57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grpSp>
        <p:nvGrpSpPr>
          <p:cNvPr id="27" name="Graphic 2">
            <a:extLst>
              <a:ext uri="{FF2B5EF4-FFF2-40B4-BE49-F238E27FC236}">
                <a16:creationId xmlns:a16="http://schemas.microsoft.com/office/drawing/2014/main" id="{9CF87413-2EBC-4222-9B78-0E5A14164E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369357" y="1642969"/>
            <a:ext cx="2200031" cy="787216"/>
            <a:chOff x="-1597345" y="233060"/>
            <a:chExt cx="9980364" cy="3571175"/>
          </a:xfrm>
        </p:grpSpPr>
        <p:sp>
          <p:nvSpPr>
            <p:cNvPr id="28" name="Vrije vorm 78">
              <a:extLst>
                <a:ext uri="{FF2B5EF4-FFF2-40B4-BE49-F238E27FC236}">
                  <a16:creationId xmlns:a16="http://schemas.microsoft.com/office/drawing/2014/main" id="{EF579400-AA10-4202-8C85-F65C0117015D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" name="Vrije vorm 79">
              <a:extLst>
                <a:ext uri="{FF2B5EF4-FFF2-40B4-BE49-F238E27FC236}">
                  <a16:creationId xmlns:a16="http://schemas.microsoft.com/office/drawing/2014/main" id="{22CC1D34-E0EA-4EDC-A9B1-EE1E9CF6FA46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" name="Vrije vorm 80">
              <a:extLst>
                <a:ext uri="{FF2B5EF4-FFF2-40B4-BE49-F238E27FC236}">
                  <a16:creationId xmlns:a16="http://schemas.microsoft.com/office/drawing/2014/main" id="{B9B3AE4C-398E-4764-AD79-6F9379AC5319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31" name="Graphic 2">
              <a:extLst>
                <a:ext uri="{FF2B5EF4-FFF2-40B4-BE49-F238E27FC236}">
                  <a16:creationId xmlns:a16="http://schemas.microsoft.com/office/drawing/2014/main" id="{9291307D-E49C-43EF-AC2D-70AE71176671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32" name="Vrije vorm 82">
                <a:extLst>
                  <a:ext uri="{FF2B5EF4-FFF2-40B4-BE49-F238E27FC236}">
                    <a16:creationId xmlns:a16="http://schemas.microsoft.com/office/drawing/2014/main" id="{2A4BD8F3-5F56-48B7-AA4F-914F1079328F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3" name="Vrije vorm 83">
                <a:extLst>
                  <a:ext uri="{FF2B5EF4-FFF2-40B4-BE49-F238E27FC236}">
                    <a16:creationId xmlns:a16="http://schemas.microsoft.com/office/drawing/2014/main" id="{6EAF130E-DE12-40FD-8BAE-66211932EF68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4" name="Vrije vorm 85">
                <a:extLst>
                  <a:ext uri="{FF2B5EF4-FFF2-40B4-BE49-F238E27FC236}">
                    <a16:creationId xmlns:a16="http://schemas.microsoft.com/office/drawing/2014/main" id="{B118FC4E-B1E9-4820-9835-6BA8CAB347D1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5" name="Vrije vorm 86">
                <a:extLst>
                  <a:ext uri="{FF2B5EF4-FFF2-40B4-BE49-F238E27FC236}">
                    <a16:creationId xmlns:a16="http://schemas.microsoft.com/office/drawing/2014/main" id="{7A863820-2310-49D1-A707-8380EEEBE722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6" name="Vrije vorm 87">
                <a:extLst>
                  <a:ext uri="{FF2B5EF4-FFF2-40B4-BE49-F238E27FC236}">
                    <a16:creationId xmlns:a16="http://schemas.microsoft.com/office/drawing/2014/main" id="{2C3A7C67-486F-4EED-81FF-92565A38000F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7" name="Vrije vorm 88">
                <a:extLst>
                  <a:ext uri="{FF2B5EF4-FFF2-40B4-BE49-F238E27FC236}">
                    <a16:creationId xmlns:a16="http://schemas.microsoft.com/office/drawing/2014/main" id="{BFE7FC81-2193-4164-B56B-804C534635F5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8" name="Vrije vorm 89">
                <a:extLst>
                  <a:ext uri="{FF2B5EF4-FFF2-40B4-BE49-F238E27FC236}">
                    <a16:creationId xmlns:a16="http://schemas.microsoft.com/office/drawing/2014/main" id="{4DA124B2-51AE-45FF-A2F2-F22E8C9BD784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9" name="Vrije vorm 90">
                <a:extLst>
                  <a:ext uri="{FF2B5EF4-FFF2-40B4-BE49-F238E27FC236}">
                    <a16:creationId xmlns:a16="http://schemas.microsoft.com/office/drawing/2014/main" id="{73826507-38B1-4A87-96ED-8DD5CB34F251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0" name="Vrije vorm 91">
                <a:extLst>
                  <a:ext uri="{FF2B5EF4-FFF2-40B4-BE49-F238E27FC236}">
                    <a16:creationId xmlns:a16="http://schemas.microsoft.com/office/drawing/2014/main" id="{B91A954A-1A8D-49D0-A859-C0B59A57DBDE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1" name="Vrije vorm 92">
                <a:extLst>
                  <a:ext uri="{FF2B5EF4-FFF2-40B4-BE49-F238E27FC236}">
                    <a16:creationId xmlns:a16="http://schemas.microsoft.com/office/drawing/2014/main" id="{F1EE7AE3-F8A7-4945-9994-3CEF52F145EA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2" name="Vrije vorm 93">
                <a:extLst>
                  <a:ext uri="{FF2B5EF4-FFF2-40B4-BE49-F238E27FC236}">
                    <a16:creationId xmlns:a16="http://schemas.microsoft.com/office/drawing/2014/main" id="{17F114C8-B0F5-48C3-97A3-28B146DC580E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3" name="Vrije vorm 94">
                <a:extLst>
                  <a:ext uri="{FF2B5EF4-FFF2-40B4-BE49-F238E27FC236}">
                    <a16:creationId xmlns:a16="http://schemas.microsoft.com/office/drawing/2014/main" id="{DA6CB77D-8BD3-4290-B0D6-A3CE1A9A1127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4" name="Vrije vorm 95">
                <a:extLst>
                  <a:ext uri="{FF2B5EF4-FFF2-40B4-BE49-F238E27FC236}">
                    <a16:creationId xmlns:a16="http://schemas.microsoft.com/office/drawing/2014/main" id="{3774C603-BFE1-4146-874A-4CB00291066E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45" name="Tijdelijke aanduiding voor afbeelding 96">
            <a:extLst>
              <a:ext uri="{FF2B5EF4-FFF2-40B4-BE49-F238E27FC236}">
                <a16:creationId xmlns:a16="http://schemas.microsoft.com/office/drawing/2014/main" id="{DF058EFF-9929-47FB-A379-592E0481B4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90799" y="2663105"/>
            <a:ext cx="9601201" cy="4194895"/>
          </a:xfrm>
          <a:custGeom>
            <a:avLst/>
            <a:gdLst>
              <a:gd name="connsiteX0" fmla="*/ 3505201 w 9601201"/>
              <a:gd name="connsiteY0" fmla="*/ 0 h 4194895"/>
              <a:gd name="connsiteX1" fmla="*/ 5719764 w 9601201"/>
              <a:gd name="connsiteY1" fmla="*/ 0 h 4194895"/>
              <a:gd name="connsiteX2" fmla="*/ 5874887 w 9601201"/>
              <a:gd name="connsiteY2" fmla="*/ 0 h 4194895"/>
              <a:gd name="connsiteX3" fmla="*/ 6070389 w 9601201"/>
              <a:gd name="connsiteY3" fmla="*/ 0 h 4194895"/>
              <a:gd name="connsiteX4" fmla="*/ 6178809 w 9601201"/>
              <a:gd name="connsiteY4" fmla="*/ 0 h 4194895"/>
              <a:gd name="connsiteX5" fmla="*/ 6373169 w 9601201"/>
              <a:gd name="connsiteY5" fmla="*/ 0 h 4194895"/>
              <a:gd name="connsiteX6" fmla="*/ 6519680 w 9601201"/>
              <a:gd name="connsiteY6" fmla="*/ 0 h 4194895"/>
              <a:gd name="connsiteX7" fmla="*/ 6715544 w 9601201"/>
              <a:gd name="connsiteY7" fmla="*/ 0 h 4194895"/>
              <a:gd name="connsiteX8" fmla="*/ 6861140 w 9601201"/>
              <a:gd name="connsiteY8" fmla="*/ 0 h 4194895"/>
              <a:gd name="connsiteX9" fmla="*/ 7056647 w 9601201"/>
              <a:gd name="connsiteY9" fmla="*/ 0 h 4194895"/>
              <a:gd name="connsiteX10" fmla="*/ 7165097 w 9601201"/>
              <a:gd name="connsiteY10" fmla="*/ 0 h 4194895"/>
              <a:gd name="connsiteX11" fmla="*/ 7359457 w 9601201"/>
              <a:gd name="connsiteY11" fmla="*/ 0 h 4194895"/>
              <a:gd name="connsiteX12" fmla="*/ 7471762 w 9601201"/>
              <a:gd name="connsiteY12" fmla="*/ 0 h 4194895"/>
              <a:gd name="connsiteX13" fmla="*/ 8105031 w 9601201"/>
              <a:gd name="connsiteY13" fmla="*/ 0 h 4194895"/>
              <a:gd name="connsiteX14" fmla="*/ 8188457 w 9601201"/>
              <a:gd name="connsiteY14" fmla="*/ 0 h 4194895"/>
              <a:gd name="connsiteX15" fmla="*/ 8541614 w 9601201"/>
              <a:gd name="connsiteY15" fmla="*/ 0 h 4194895"/>
              <a:gd name="connsiteX16" fmla="*/ 8830566 w 9601201"/>
              <a:gd name="connsiteY16" fmla="*/ 0 h 4194895"/>
              <a:gd name="connsiteX17" fmla="*/ 8839157 w 9601201"/>
              <a:gd name="connsiteY17" fmla="*/ 0 h 4194895"/>
              <a:gd name="connsiteX18" fmla="*/ 8839157 w 9601201"/>
              <a:gd name="connsiteY18" fmla="*/ 2 h 4194895"/>
              <a:gd name="connsiteX19" fmla="*/ 9601199 w 9601201"/>
              <a:gd name="connsiteY19" fmla="*/ 2 h 4194895"/>
              <a:gd name="connsiteX20" fmla="*/ 9601199 w 9601201"/>
              <a:gd name="connsiteY20" fmla="*/ 1 h 4194895"/>
              <a:gd name="connsiteX21" fmla="*/ 9601200 w 9601201"/>
              <a:gd name="connsiteY21" fmla="*/ 1 h 4194895"/>
              <a:gd name="connsiteX22" fmla="*/ 9601200 w 9601201"/>
              <a:gd name="connsiteY22" fmla="*/ 689695 h 4194895"/>
              <a:gd name="connsiteX23" fmla="*/ 9601201 w 9601201"/>
              <a:gd name="connsiteY23" fmla="*/ 689695 h 4194895"/>
              <a:gd name="connsiteX24" fmla="*/ 9601201 w 9601201"/>
              <a:gd name="connsiteY24" fmla="*/ 3524970 h 4194895"/>
              <a:gd name="connsiteX25" fmla="*/ 9601200 w 9601201"/>
              <a:gd name="connsiteY25" fmla="*/ 3524970 h 4194895"/>
              <a:gd name="connsiteX26" fmla="*/ 9601200 w 9601201"/>
              <a:gd name="connsiteY26" fmla="*/ 4194895 h 4194895"/>
              <a:gd name="connsiteX27" fmla="*/ 7083425 w 9601201"/>
              <a:gd name="connsiteY27" fmla="*/ 4194895 h 4194895"/>
              <a:gd name="connsiteX28" fmla="*/ 4291693 w 9601201"/>
              <a:gd name="connsiteY28" fmla="*/ 4194895 h 4194895"/>
              <a:gd name="connsiteX29" fmla="*/ 4291693 w 9601201"/>
              <a:gd name="connsiteY29" fmla="*/ 4194894 h 4194895"/>
              <a:gd name="connsiteX30" fmla="*/ 0 w 9601201"/>
              <a:gd name="connsiteY30" fmla="*/ 4194894 h 4194895"/>
              <a:gd name="connsiteX31" fmla="*/ 0 w 9601201"/>
              <a:gd name="connsiteY31" fmla="*/ 1 h 4194895"/>
              <a:gd name="connsiteX32" fmla="*/ 3505201 w 9601201"/>
              <a:gd name="connsiteY32" fmla="*/ 1 h 419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9601201" h="4194895">
                <a:moveTo>
                  <a:pt x="3505201" y="0"/>
                </a:moveTo>
                <a:lnTo>
                  <a:pt x="5719764" y="0"/>
                </a:lnTo>
                <a:lnTo>
                  <a:pt x="5874887" y="0"/>
                </a:lnTo>
                <a:lnTo>
                  <a:pt x="6070389" y="0"/>
                </a:lnTo>
                <a:lnTo>
                  <a:pt x="6178809" y="0"/>
                </a:lnTo>
                <a:lnTo>
                  <a:pt x="6373169" y="0"/>
                </a:lnTo>
                <a:lnTo>
                  <a:pt x="6519680" y="0"/>
                </a:lnTo>
                <a:lnTo>
                  <a:pt x="6715544" y="0"/>
                </a:lnTo>
                <a:lnTo>
                  <a:pt x="6861140" y="0"/>
                </a:lnTo>
                <a:lnTo>
                  <a:pt x="7056647" y="0"/>
                </a:lnTo>
                <a:lnTo>
                  <a:pt x="7165097" y="0"/>
                </a:lnTo>
                <a:lnTo>
                  <a:pt x="7359457" y="0"/>
                </a:lnTo>
                <a:lnTo>
                  <a:pt x="7471762" y="0"/>
                </a:lnTo>
                <a:lnTo>
                  <a:pt x="8105031" y="0"/>
                </a:lnTo>
                <a:lnTo>
                  <a:pt x="8188457" y="0"/>
                </a:lnTo>
                <a:lnTo>
                  <a:pt x="8541614" y="0"/>
                </a:lnTo>
                <a:lnTo>
                  <a:pt x="8830566" y="0"/>
                </a:lnTo>
                <a:lnTo>
                  <a:pt x="8839157" y="0"/>
                </a:lnTo>
                <a:lnTo>
                  <a:pt x="8839157" y="2"/>
                </a:lnTo>
                <a:lnTo>
                  <a:pt x="9601199" y="2"/>
                </a:lnTo>
                <a:lnTo>
                  <a:pt x="9601199" y="1"/>
                </a:lnTo>
                <a:lnTo>
                  <a:pt x="9601200" y="1"/>
                </a:lnTo>
                <a:lnTo>
                  <a:pt x="9601200" y="689695"/>
                </a:lnTo>
                <a:lnTo>
                  <a:pt x="9601201" y="689695"/>
                </a:lnTo>
                <a:lnTo>
                  <a:pt x="9601201" y="3524970"/>
                </a:lnTo>
                <a:lnTo>
                  <a:pt x="9601200" y="3524970"/>
                </a:lnTo>
                <a:lnTo>
                  <a:pt x="9601200" y="4194895"/>
                </a:lnTo>
                <a:lnTo>
                  <a:pt x="7083425" y="4194895"/>
                </a:lnTo>
                <a:lnTo>
                  <a:pt x="4291693" y="4194895"/>
                </a:lnTo>
                <a:lnTo>
                  <a:pt x="4291693" y="4194894"/>
                </a:lnTo>
                <a:lnTo>
                  <a:pt x="0" y="4194894"/>
                </a:lnTo>
                <a:lnTo>
                  <a:pt x="0" y="1"/>
                </a:lnTo>
                <a:lnTo>
                  <a:pt x="3505201" y="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074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p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D763F6C-DB1E-4A0B-9888-4F36A5B7B7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8419"/>
          <a:stretch/>
        </p:blipFill>
        <p:spPr>
          <a:xfrm>
            <a:off x="1053081" y="-1"/>
            <a:ext cx="2631217" cy="51435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E0D64F2-4938-44C5-806C-4966407BE0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8419" b="82119"/>
          <a:stretch/>
        </p:blipFill>
        <p:spPr>
          <a:xfrm>
            <a:off x="1053081" y="5143500"/>
            <a:ext cx="2631217" cy="919683"/>
          </a:xfrm>
          <a:prstGeom prst="rect">
            <a:avLst/>
          </a:prstGeom>
        </p:spPr>
      </p:pic>
      <p:sp>
        <p:nvSpPr>
          <p:cNvPr id="8" name="Tijdelijke aanduiding voor tekst 784">
            <a:extLst>
              <a:ext uri="{FF2B5EF4-FFF2-40B4-BE49-F238E27FC236}">
                <a16:creationId xmlns:a16="http://schemas.microsoft.com/office/drawing/2014/main" id="{83A72BA4-5592-4ED9-B220-5ED01805F0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9" name="Tijdelijke aanduiding voor dianummer 5">
            <a:extLst>
              <a:ext uri="{FF2B5EF4-FFF2-40B4-BE49-F238E27FC236}">
                <a16:creationId xmlns:a16="http://schemas.microsoft.com/office/drawing/2014/main" id="{1CBA784B-C060-4477-A272-5F3F3AE833B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0" name="Tijdelijke aanduiding voor tekst 11">
            <a:extLst>
              <a:ext uri="{FF2B5EF4-FFF2-40B4-BE49-F238E27FC236}">
                <a16:creationId xmlns:a16="http://schemas.microsoft.com/office/drawing/2014/main" id="{B2E46371-9409-4C65-9968-A5B3FC44D4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34087" y="522270"/>
            <a:ext cx="1069202" cy="923330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60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NR</a:t>
            </a:r>
          </a:p>
        </p:txBody>
      </p:sp>
      <p:sp>
        <p:nvSpPr>
          <p:cNvPr id="11" name="Tijdelijke aanduiding voor tekst 11">
            <a:extLst>
              <a:ext uri="{FF2B5EF4-FFF2-40B4-BE49-F238E27FC236}">
                <a16:creationId xmlns:a16="http://schemas.microsoft.com/office/drawing/2014/main" id="{CD295543-EA58-44EA-B37A-57911BA013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4087" y="1372150"/>
            <a:ext cx="1069202" cy="923330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60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NR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5655CF3B-800D-4B46-95DB-E5008FED71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32093" y="4771671"/>
            <a:ext cx="1069202" cy="923330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60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NR</a:t>
            </a:r>
          </a:p>
        </p:txBody>
      </p:sp>
      <p:sp>
        <p:nvSpPr>
          <p:cNvPr id="13" name="Tijdelijke aanduiding voor tekst 11">
            <a:extLst>
              <a:ext uri="{FF2B5EF4-FFF2-40B4-BE49-F238E27FC236}">
                <a16:creationId xmlns:a16="http://schemas.microsoft.com/office/drawing/2014/main" id="{7FB0D79C-7198-47CE-A099-E6705875BB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32093" y="2222030"/>
            <a:ext cx="1069202" cy="923330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60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NR</a:t>
            </a:r>
          </a:p>
        </p:txBody>
      </p:sp>
      <p:sp>
        <p:nvSpPr>
          <p:cNvPr id="14" name="Tijdelijke aanduiding voor tekst 11">
            <a:extLst>
              <a:ext uri="{FF2B5EF4-FFF2-40B4-BE49-F238E27FC236}">
                <a16:creationId xmlns:a16="http://schemas.microsoft.com/office/drawing/2014/main" id="{3E2B17BE-03D4-424E-A51D-7D065B437B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32093" y="3071910"/>
            <a:ext cx="1069202" cy="923330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60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NR</a:t>
            </a:r>
          </a:p>
        </p:txBody>
      </p:sp>
      <p:sp>
        <p:nvSpPr>
          <p:cNvPr id="15" name="Tijdelijke aanduiding voor tekst 11">
            <a:extLst>
              <a:ext uri="{FF2B5EF4-FFF2-40B4-BE49-F238E27FC236}">
                <a16:creationId xmlns:a16="http://schemas.microsoft.com/office/drawing/2014/main" id="{012ABBB8-C8ED-4B27-A1F2-3653FD25AC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32093" y="3921790"/>
            <a:ext cx="1069202" cy="923330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60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NR</a:t>
            </a:r>
          </a:p>
        </p:txBody>
      </p:sp>
      <p:sp>
        <p:nvSpPr>
          <p:cNvPr id="16" name="Tijdelijke aanduiding voor tekst 18">
            <a:extLst>
              <a:ext uri="{FF2B5EF4-FFF2-40B4-BE49-F238E27FC236}">
                <a16:creationId xmlns:a16="http://schemas.microsoft.com/office/drawing/2014/main" id="{86B038EF-31B7-489F-BD4D-9531D93F06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18120" y="910486"/>
            <a:ext cx="1119217" cy="461665"/>
          </a:xfrm>
        </p:spPr>
        <p:txBody>
          <a:bodyPr wrap="none">
            <a:spAutoFit/>
          </a:bodyPr>
          <a:lstStyle>
            <a:lvl1pPr marL="0" indent="0">
              <a:buNone/>
              <a:defRPr sz="2400">
                <a:latin typeface="Segoe UI Black (Koppen)"/>
              </a:defRPr>
            </a:lvl1pPr>
          </a:lstStyle>
          <a:p>
            <a:pPr lvl="0"/>
            <a:r>
              <a:rPr lang="nl-NL" dirty="0"/>
              <a:t>TOPIC</a:t>
            </a:r>
            <a:endParaRPr lang="en-GB" dirty="0"/>
          </a:p>
        </p:txBody>
      </p:sp>
      <p:sp>
        <p:nvSpPr>
          <p:cNvPr id="17" name="Tijdelijke aanduiding voor tekst 18">
            <a:extLst>
              <a:ext uri="{FF2B5EF4-FFF2-40B4-BE49-F238E27FC236}">
                <a16:creationId xmlns:a16="http://schemas.microsoft.com/office/drawing/2014/main" id="{B8BAE967-C32E-4FBD-80FC-2E78723242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18120" y="5155148"/>
            <a:ext cx="1119217" cy="461665"/>
          </a:xfrm>
        </p:spPr>
        <p:txBody>
          <a:bodyPr wrap="none">
            <a:spAutoFit/>
          </a:bodyPr>
          <a:lstStyle>
            <a:lvl1pPr marL="0" indent="0">
              <a:buNone/>
              <a:defRPr sz="2400">
                <a:latin typeface="Segoe UI Black (Koppen)"/>
              </a:defRPr>
            </a:lvl1pPr>
          </a:lstStyle>
          <a:p>
            <a:pPr lvl="0"/>
            <a:r>
              <a:rPr lang="nl-NL" dirty="0"/>
              <a:t>TOPIC</a:t>
            </a:r>
            <a:endParaRPr lang="en-GB" dirty="0"/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977F08BC-32CE-4A44-B121-DB14204AF3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18120" y="4306214"/>
            <a:ext cx="1119217" cy="461665"/>
          </a:xfrm>
        </p:spPr>
        <p:txBody>
          <a:bodyPr wrap="none">
            <a:spAutoFit/>
          </a:bodyPr>
          <a:lstStyle>
            <a:lvl1pPr marL="0" indent="0">
              <a:buNone/>
              <a:defRPr sz="2400">
                <a:latin typeface="Segoe UI Black (Koppen)"/>
              </a:defRPr>
            </a:lvl1pPr>
          </a:lstStyle>
          <a:p>
            <a:pPr lvl="0"/>
            <a:r>
              <a:rPr lang="nl-NL"/>
              <a:t>TOPIC</a:t>
            </a:r>
            <a:endParaRPr lang="en-GB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006BB5FB-C300-435E-B3DE-306D81F61C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18120" y="3457282"/>
            <a:ext cx="1119217" cy="461665"/>
          </a:xfrm>
        </p:spPr>
        <p:txBody>
          <a:bodyPr wrap="none">
            <a:spAutoFit/>
          </a:bodyPr>
          <a:lstStyle>
            <a:lvl1pPr marL="0" indent="0">
              <a:buNone/>
              <a:defRPr sz="2400">
                <a:latin typeface="Segoe UI Black (Koppen)"/>
              </a:defRPr>
            </a:lvl1pPr>
          </a:lstStyle>
          <a:p>
            <a:pPr lvl="0"/>
            <a:r>
              <a:rPr lang="nl-NL" dirty="0"/>
              <a:t>TOPIC</a:t>
            </a:r>
            <a:endParaRPr lang="en-GB" dirty="0"/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57F0B3AF-2273-47F6-8DFB-2128DB35CF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22681" y="2608350"/>
            <a:ext cx="1119217" cy="461665"/>
          </a:xfrm>
        </p:spPr>
        <p:txBody>
          <a:bodyPr wrap="none">
            <a:spAutoFit/>
          </a:bodyPr>
          <a:lstStyle>
            <a:lvl1pPr marL="0" indent="0">
              <a:buNone/>
              <a:defRPr sz="2400" b="1">
                <a:latin typeface="Segoe UI Black (Koppen)"/>
              </a:defRPr>
            </a:lvl1pPr>
          </a:lstStyle>
          <a:p>
            <a:pPr lvl="0"/>
            <a:r>
              <a:rPr lang="nl-NL" dirty="0"/>
              <a:t>TOPIC</a:t>
            </a:r>
            <a:endParaRPr lang="en-GB" dirty="0"/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5E9908DF-909C-410E-803F-030C2F6E70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18120" y="1759418"/>
            <a:ext cx="1119217" cy="461665"/>
          </a:xfrm>
        </p:spPr>
        <p:txBody>
          <a:bodyPr wrap="none">
            <a:spAutoFit/>
          </a:bodyPr>
          <a:lstStyle>
            <a:lvl1pPr marL="0" indent="0">
              <a:buNone/>
              <a:defRPr sz="2400">
                <a:latin typeface="Segoe UI Black (Koppen)"/>
              </a:defRPr>
            </a:lvl1pPr>
          </a:lstStyle>
          <a:p>
            <a:pPr lvl="0"/>
            <a:r>
              <a:rPr lang="nl-NL" dirty="0"/>
              <a:t>TOPIC</a:t>
            </a:r>
            <a:endParaRPr lang="en-GB" dirty="0"/>
          </a:p>
        </p:txBody>
      </p:sp>
      <p:sp>
        <p:nvSpPr>
          <p:cNvPr id="22" name="Tijdelijke aanduiding voor tekst 788">
            <a:extLst>
              <a:ext uri="{FF2B5EF4-FFF2-40B4-BE49-F238E27FC236}">
                <a16:creationId xmlns:a16="http://schemas.microsoft.com/office/drawing/2014/main" id="{9124A66C-29A6-4A07-806E-C7A66730D11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8297" y="1207816"/>
            <a:ext cx="432000" cy="46800"/>
          </a:xfrm>
          <a:custGeom>
            <a:avLst/>
            <a:gdLst>
              <a:gd name="connsiteX0" fmla="*/ 0 w 324000"/>
              <a:gd name="connsiteY0" fmla="*/ 0 h 46800"/>
              <a:gd name="connsiteX1" fmla="*/ 324000 w 324000"/>
              <a:gd name="connsiteY1" fmla="*/ 0 h 46800"/>
              <a:gd name="connsiteX2" fmla="*/ 324000 w 324000"/>
              <a:gd name="connsiteY2" fmla="*/ 46800 h 46800"/>
              <a:gd name="connsiteX3" fmla="*/ 0 w 324000"/>
              <a:gd name="connsiteY3" fmla="*/ 46800 h 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" h="46800">
                <a:moveTo>
                  <a:pt x="0" y="0"/>
                </a:moveTo>
                <a:lnTo>
                  <a:pt x="324000" y="0"/>
                </a:lnTo>
                <a:lnTo>
                  <a:pt x="324000" y="46800"/>
                </a:lnTo>
                <a:lnTo>
                  <a:pt x="0" y="468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4" name="Tijdelijke aanduiding voor tekst 790">
            <a:extLst>
              <a:ext uri="{FF2B5EF4-FFF2-40B4-BE49-F238E27FC236}">
                <a16:creationId xmlns:a16="http://schemas.microsoft.com/office/drawing/2014/main" id="{FBAD7B87-2524-4718-A8C0-74BB59E521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64309" y="4597915"/>
            <a:ext cx="432000" cy="46800"/>
          </a:xfrm>
          <a:custGeom>
            <a:avLst/>
            <a:gdLst>
              <a:gd name="connsiteX0" fmla="*/ 0 w 324000"/>
              <a:gd name="connsiteY0" fmla="*/ 0 h 46800"/>
              <a:gd name="connsiteX1" fmla="*/ 324000 w 324000"/>
              <a:gd name="connsiteY1" fmla="*/ 0 h 46800"/>
              <a:gd name="connsiteX2" fmla="*/ 324000 w 324000"/>
              <a:gd name="connsiteY2" fmla="*/ 46800 h 46800"/>
              <a:gd name="connsiteX3" fmla="*/ 0 w 324000"/>
              <a:gd name="connsiteY3" fmla="*/ 46800 h 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" h="46800">
                <a:moveTo>
                  <a:pt x="0" y="0"/>
                </a:moveTo>
                <a:lnTo>
                  <a:pt x="324000" y="0"/>
                </a:lnTo>
                <a:lnTo>
                  <a:pt x="324000" y="46800"/>
                </a:lnTo>
                <a:lnTo>
                  <a:pt x="0" y="468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5" name="Tijdelijke aanduiding voor tekst 791">
            <a:extLst>
              <a:ext uri="{FF2B5EF4-FFF2-40B4-BE49-F238E27FC236}">
                <a16:creationId xmlns:a16="http://schemas.microsoft.com/office/drawing/2014/main" id="{5E142282-D60E-4FDD-BC05-A7B5045DAFB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64309" y="3749621"/>
            <a:ext cx="432000" cy="46800"/>
          </a:xfrm>
          <a:custGeom>
            <a:avLst/>
            <a:gdLst>
              <a:gd name="connsiteX0" fmla="*/ 0 w 324000"/>
              <a:gd name="connsiteY0" fmla="*/ 0 h 46800"/>
              <a:gd name="connsiteX1" fmla="*/ 324000 w 324000"/>
              <a:gd name="connsiteY1" fmla="*/ 0 h 46800"/>
              <a:gd name="connsiteX2" fmla="*/ 324000 w 324000"/>
              <a:gd name="connsiteY2" fmla="*/ 46800 h 46800"/>
              <a:gd name="connsiteX3" fmla="*/ 0 w 324000"/>
              <a:gd name="connsiteY3" fmla="*/ 46800 h 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" h="46800">
                <a:moveTo>
                  <a:pt x="0" y="0"/>
                </a:moveTo>
                <a:lnTo>
                  <a:pt x="324000" y="0"/>
                </a:lnTo>
                <a:lnTo>
                  <a:pt x="324000" y="46800"/>
                </a:lnTo>
                <a:lnTo>
                  <a:pt x="0" y="468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6" name="Tijdelijke aanduiding voor tekst 792">
            <a:extLst>
              <a:ext uri="{FF2B5EF4-FFF2-40B4-BE49-F238E27FC236}">
                <a16:creationId xmlns:a16="http://schemas.microsoft.com/office/drawing/2014/main" id="{2DBF0308-816B-4646-B28C-D2DBBB634E5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64309" y="2901327"/>
            <a:ext cx="432000" cy="46800"/>
          </a:xfrm>
          <a:custGeom>
            <a:avLst/>
            <a:gdLst>
              <a:gd name="connsiteX0" fmla="*/ 0 w 324000"/>
              <a:gd name="connsiteY0" fmla="*/ 0 h 46800"/>
              <a:gd name="connsiteX1" fmla="*/ 324000 w 324000"/>
              <a:gd name="connsiteY1" fmla="*/ 0 h 46800"/>
              <a:gd name="connsiteX2" fmla="*/ 324000 w 324000"/>
              <a:gd name="connsiteY2" fmla="*/ 46800 h 46800"/>
              <a:gd name="connsiteX3" fmla="*/ 0 w 324000"/>
              <a:gd name="connsiteY3" fmla="*/ 46800 h 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" h="46800">
                <a:moveTo>
                  <a:pt x="0" y="0"/>
                </a:moveTo>
                <a:lnTo>
                  <a:pt x="324000" y="0"/>
                </a:lnTo>
                <a:lnTo>
                  <a:pt x="324000" y="46800"/>
                </a:lnTo>
                <a:lnTo>
                  <a:pt x="0" y="468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7" name="Tijdelijke aanduiding voor tekst 793">
            <a:extLst>
              <a:ext uri="{FF2B5EF4-FFF2-40B4-BE49-F238E27FC236}">
                <a16:creationId xmlns:a16="http://schemas.microsoft.com/office/drawing/2014/main" id="{B4D54618-DEC2-422D-80DB-1345A895BF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70616" y="2056787"/>
            <a:ext cx="432000" cy="46800"/>
          </a:xfrm>
          <a:custGeom>
            <a:avLst/>
            <a:gdLst>
              <a:gd name="connsiteX0" fmla="*/ 0 w 324000"/>
              <a:gd name="connsiteY0" fmla="*/ 0 h 46800"/>
              <a:gd name="connsiteX1" fmla="*/ 324000 w 324000"/>
              <a:gd name="connsiteY1" fmla="*/ 0 h 46800"/>
              <a:gd name="connsiteX2" fmla="*/ 324000 w 324000"/>
              <a:gd name="connsiteY2" fmla="*/ 46800 h 46800"/>
              <a:gd name="connsiteX3" fmla="*/ 0 w 324000"/>
              <a:gd name="connsiteY3" fmla="*/ 46800 h 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" h="46800">
                <a:moveTo>
                  <a:pt x="0" y="0"/>
                </a:moveTo>
                <a:lnTo>
                  <a:pt x="324000" y="0"/>
                </a:lnTo>
                <a:lnTo>
                  <a:pt x="324000" y="46800"/>
                </a:lnTo>
                <a:lnTo>
                  <a:pt x="0" y="468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8" name="Tijdelijke aanduiding voor tekst 790">
            <a:extLst>
              <a:ext uri="{FF2B5EF4-FFF2-40B4-BE49-F238E27FC236}">
                <a16:creationId xmlns:a16="http://schemas.microsoft.com/office/drawing/2014/main" id="{94CF7DBA-3A5E-4088-BBD3-0190B1DCD6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51509" y="5504744"/>
            <a:ext cx="432000" cy="46800"/>
          </a:xfrm>
          <a:custGeom>
            <a:avLst/>
            <a:gdLst>
              <a:gd name="connsiteX0" fmla="*/ 0 w 324000"/>
              <a:gd name="connsiteY0" fmla="*/ 0 h 46800"/>
              <a:gd name="connsiteX1" fmla="*/ 324000 w 324000"/>
              <a:gd name="connsiteY1" fmla="*/ 0 h 46800"/>
              <a:gd name="connsiteX2" fmla="*/ 324000 w 324000"/>
              <a:gd name="connsiteY2" fmla="*/ 46800 h 46800"/>
              <a:gd name="connsiteX3" fmla="*/ 0 w 324000"/>
              <a:gd name="connsiteY3" fmla="*/ 46800 h 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000" h="46800">
                <a:moveTo>
                  <a:pt x="0" y="0"/>
                </a:moveTo>
                <a:lnTo>
                  <a:pt x="324000" y="0"/>
                </a:lnTo>
                <a:lnTo>
                  <a:pt x="324000" y="46800"/>
                </a:lnTo>
                <a:lnTo>
                  <a:pt x="0" y="468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grpSp>
        <p:nvGrpSpPr>
          <p:cNvPr id="29" name="Graphic 2">
            <a:extLst>
              <a:ext uri="{FF2B5EF4-FFF2-40B4-BE49-F238E27FC236}">
                <a16:creationId xmlns:a16="http://schemas.microsoft.com/office/drawing/2014/main" id="{051D7753-04F4-4722-8236-95A50829BBD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30" name="Vrije vorm 62">
              <a:extLst>
                <a:ext uri="{FF2B5EF4-FFF2-40B4-BE49-F238E27FC236}">
                  <a16:creationId xmlns:a16="http://schemas.microsoft.com/office/drawing/2014/main" id="{4A5CCE97-033E-433E-9C01-3E09F88D2EA9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" name="Vrije vorm 63">
              <a:extLst>
                <a:ext uri="{FF2B5EF4-FFF2-40B4-BE49-F238E27FC236}">
                  <a16:creationId xmlns:a16="http://schemas.microsoft.com/office/drawing/2014/main" id="{C9AE04AE-D932-4F5C-880D-40CBDFAE27DA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" name="Vrije vorm 64">
              <a:extLst>
                <a:ext uri="{FF2B5EF4-FFF2-40B4-BE49-F238E27FC236}">
                  <a16:creationId xmlns:a16="http://schemas.microsoft.com/office/drawing/2014/main" id="{F24BF380-B297-489D-BD5C-876627DF2452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33" name="Graphic 2">
              <a:extLst>
                <a:ext uri="{FF2B5EF4-FFF2-40B4-BE49-F238E27FC236}">
                  <a16:creationId xmlns:a16="http://schemas.microsoft.com/office/drawing/2014/main" id="{59075EEC-2491-49E2-99C4-3AA01324015D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34" name="Vrije vorm 66">
                <a:extLst>
                  <a:ext uri="{FF2B5EF4-FFF2-40B4-BE49-F238E27FC236}">
                    <a16:creationId xmlns:a16="http://schemas.microsoft.com/office/drawing/2014/main" id="{DFA95FC7-D4CE-4476-981D-86F81814D6F1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5" name="Vrije vorm 67">
                <a:extLst>
                  <a:ext uri="{FF2B5EF4-FFF2-40B4-BE49-F238E27FC236}">
                    <a16:creationId xmlns:a16="http://schemas.microsoft.com/office/drawing/2014/main" id="{67CE54B8-8E92-4835-B005-D77F3DCD6161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6" name="Vrije vorm 68">
                <a:extLst>
                  <a:ext uri="{FF2B5EF4-FFF2-40B4-BE49-F238E27FC236}">
                    <a16:creationId xmlns:a16="http://schemas.microsoft.com/office/drawing/2014/main" id="{A895B380-C42A-427F-9C34-ACB688427B5D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7" name="Vrije vorm 69">
                <a:extLst>
                  <a:ext uri="{FF2B5EF4-FFF2-40B4-BE49-F238E27FC236}">
                    <a16:creationId xmlns:a16="http://schemas.microsoft.com/office/drawing/2014/main" id="{29527379-4A54-42D2-A408-AEF656BA329D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8" name="Vrije vorm 70">
                <a:extLst>
                  <a:ext uri="{FF2B5EF4-FFF2-40B4-BE49-F238E27FC236}">
                    <a16:creationId xmlns:a16="http://schemas.microsoft.com/office/drawing/2014/main" id="{D58CA5D7-04DF-411B-97D2-5FE411EF749B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9" name="Vrije vorm 71">
                <a:extLst>
                  <a:ext uri="{FF2B5EF4-FFF2-40B4-BE49-F238E27FC236}">
                    <a16:creationId xmlns:a16="http://schemas.microsoft.com/office/drawing/2014/main" id="{679C9FD1-0E45-4C4C-9131-F5A916A15106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0" name="Vrije vorm 72">
                <a:extLst>
                  <a:ext uri="{FF2B5EF4-FFF2-40B4-BE49-F238E27FC236}">
                    <a16:creationId xmlns:a16="http://schemas.microsoft.com/office/drawing/2014/main" id="{E932EC59-C540-4607-833A-E04E88E52472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1" name="Vrije vorm 73">
                <a:extLst>
                  <a:ext uri="{FF2B5EF4-FFF2-40B4-BE49-F238E27FC236}">
                    <a16:creationId xmlns:a16="http://schemas.microsoft.com/office/drawing/2014/main" id="{8B6027A9-BE68-4FAC-8749-731E70110F4F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2" name="Vrije vorm 74">
                <a:extLst>
                  <a:ext uri="{FF2B5EF4-FFF2-40B4-BE49-F238E27FC236}">
                    <a16:creationId xmlns:a16="http://schemas.microsoft.com/office/drawing/2014/main" id="{36AD71F3-CD0B-4993-B511-6D210589E043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3" name="Vrije vorm 75">
                <a:extLst>
                  <a:ext uri="{FF2B5EF4-FFF2-40B4-BE49-F238E27FC236}">
                    <a16:creationId xmlns:a16="http://schemas.microsoft.com/office/drawing/2014/main" id="{1B0103D4-7D99-48BD-BE09-37E171A05A9B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4" name="Vrije vorm 76">
                <a:extLst>
                  <a:ext uri="{FF2B5EF4-FFF2-40B4-BE49-F238E27FC236}">
                    <a16:creationId xmlns:a16="http://schemas.microsoft.com/office/drawing/2014/main" id="{30011798-8DE7-4A7C-AEED-1FD594559A96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5" name="Vrije vorm 77">
                <a:extLst>
                  <a:ext uri="{FF2B5EF4-FFF2-40B4-BE49-F238E27FC236}">
                    <a16:creationId xmlns:a16="http://schemas.microsoft.com/office/drawing/2014/main" id="{47221B58-C334-4AF6-8771-90ED3BB40034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6" name="Vrije vorm 78">
                <a:extLst>
                  <a:ext uri="{FF2B5EF4-FFF2-40B4-BE49-F238E27FC236}">
                    <a16:creationId xmlns:a16="http://schemas.microsoft.com/office/drawing/2014/main" id="{A7FFB3C1-23E1-419E-A599-181C5DAC5A39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7463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grij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334A3CE2-175D-4FCA-81A7-323B88A1B92C}"/>
              </a:ext>
            </a:extLst>
          </p:cNvPr>
          <p:cNvSpPr/>
          <p:nvPr userDrawn="1"/>
        </p:nvSpPr>
        <p:spPr>
          <a:xfrm>
            <a:off x="1032000" y="0"/>
            <a:ext cx="5040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AB74C42-3611-41F2-AE01-4D236086E5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29212" r="33333" b="19012"/>
          <a:stretch/>
        </p:blipFill>
        <p:spPr>
          <a:xfrm>
            <a:off x="6072000" y="1"/>
            <a:ext cx="6120000" cy="617259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926142" y="710683"/>
            <a:ext cx="8911177" cy="729153"/>
          </a:xfrm>
        </p:spPr>
        <p:txBody>
          <a:bodyPr>
            <a:normAutofit/>
          </a:bodyPr>
          <a:lstStyle>
            <a:lvl1pPr>
              <a:defRPr sz="3600">
                <a:latin typeface="Segoe UI Black (Koppen)"/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2926142" y="1877373"/>
            <a:ext cx="4123052" cy="477982"/>
          </a:xfrm>
        </p:spPr>
        <p:txBody>
          <a:bodyPr>
            <a:normAutofit/>
          </a:bodyPr>
          <a:lstStyle>
            <a:lvl1pPr marL="0" indent="0" algn="l">
              <a:buNone/>
              <a:defRPr sz="16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21FCDA16-E86D-4CCF-95E4-067A511188B9}"/>
              </a:ext>
            </a:extLst>
          </p:cNvPr>
          <p:cNvSpPr/>
          <p:nvPr userDrawn="1"/>
        </p:nvSpPr>
        <p:spPr>
          <a:xfrm>
            <a:off x="2350147" y="1137829"/>
            <a:ext cx="576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4" name="Tijdelijke aanduiding voor dianummer 5">
            <a:extLst>
              <a:ext uri="{FF2B5EF4-FFF2-40B4-BE49-F238E27FC236}">
                <a16:creationId xmlns:a16="http://schemas.microsoft.com/office/drawing/2014/main" id="{30C707E7-F0A5-4825-84D3-FE7FFFE03E2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BE" sz="1000" dirty="0">
              <a:latin typeface="Segoe UI Light (Hoofdtekst)"/>
            </a:endParaRPr>
          </a:p>
        </p:txBody>
      </p:sp>
      <p:sp>
        <p:nvSpPr>
          <p:cNvPr id="15" name="Tijdelijke aanduiding voor afbeelding 80">
            <a:extLst>
              <a:ext uri="{FF2B5EF4-FFF2-40B4-BE49-F238E27FC236}">
                <a16:creationId xmlns:a16="http://schemas.microsoft.com/office/drawing/2014/main" id="{E2CD2B0A-B81F-49F4-B73E-B09BB3A0AA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80702" y="2692686"/>
            <a:ext cx="9601201" cy="4194894"/>
          </a:xfrm>
          <a:custGeom>
            <a:avLst/>
            <a:gdLst>
              <a:gd name="connsiteX0" fmla="*/ 9102323 w 9601201"/>
              <a:gd name="connsiteY0" fmla="*/ 3803532 h 4194894"/>
              <a:gd name="connsiteX1" fmla="*/ 9126300 w 9601201"/>
              <a:gd name="connsiteY1" fmla="*/ 3811738 h 4194894"/>
              <a:gd name="connsiteX2" fmla="*/ 9135893 w 9601201"/>
              <a:gd name="connsiteY2" fmla="*/ 3833831 h 4194894"/>
              <a:gd name="connsiteX3" fmla="*/ 9067475 w 9601201"/>
              <a:gd name="connsiteY3" fmla="*/ 3833831 h 4194894"/>
              <a:gd name="connsiteX4" fmla="*/ 9079144 w 9601201"/>
              <a:gd name="connsiteY4" fmla="*/ 3811421 h 4194894"/>
              <a:gd name="connsiteX5" fmla="*/ 9102323 w 9601201"/>
              <a:gd name="connsiteY5" fmla="*/ 3803532 h 4194894"/>
              <a:gd name="connsiteX6" fmla="*/ 8748335 w 9601201"/>
              <a:gd name="connsiteY6" fmla="*/ 3762835 h 4194894"/>
              <a:gd name="connsiteX7" fmla="*/ 8748335 w 9601201"/>
              <a:gd name="connsiteY7" fmla="*/ 3938951 h 4194894"/>
              <a:gd name="connsiteX8" fmla="*/ 8803005 w 9601201"/>
              <a:gd name="connsiteY8" fmla="*/ 3938951 h 4194894"/>
              <a:gd name="connsiteX9" fmla="*/ 8803005 w 9601201"/>
              <a:gd name="connsiteY9" fmla="*/ 3762835 h 4194894"/>
              <a:gd name="connsiteX10" fmla="*/ 8816158 w 9601201"/>
              <a:gd name="connsiteY10" fmla="*/ 3762821 h 4194894"/>
              <a:gd name="connsiteX11" fmla="*/ 8879461 w 9601201"/>
              <a:gd name="connsiteY11" fmla="*/ 3938937 h 4194894"/>
              <a:gd name="connsiteX12" fmla="*/ 8946919 w 9601201"/>
              <a:gd name="connsiteY12" fmla="*/ 3938937 h 4194894"/>
              <a:gd name="connsiteX13" fmla="*/ 9010222 w 9601201"/>
              <a:gd name="connsiteY13" fmla="*/ 3762821 h 4194894"/>
              <a:gd name="connsiteX14" fmla="*/ 8952035 w 9601201"/>
              <a:gd name="connsiteY14" fmla="*/ 3762821 h 4194894"/>
              <a:gd name="connsiteX15" fmla="*/ 8913350 w 9601201"/>
              <a:gd name="connsiteY15" fmla="*/ 3888438 h 4194894"/>
              <a:gd name="connsiteX16" fmla="*/ 8874665 w 9601201"/>
              <a:gd name="connsiteY16" fmla="*/ 3762821 h 4194894"/>
              <a:gd name="connsiteX17" fmla="*/ 8540867 w 9601201"/>
              <a:gd name="connsiteY17" fmla="*/ 3762808 h 4194894"/>
              <a:gd name="connsiteX18" fmla="*/ 8604171 w 9601201"/>
              <a:gd name="connsiteY18" fmla="*/ 3938922 h 4194894"/>
              <a:gd name="connsiteX19" fmla="*/ 8671629 w 9601201"/>
              <a:gd name="connsiteY19" fmla="*/ 3938923 h 4194894"/>
              <a:gd name="connsiteX20" fmla="*/ 8734931 w 9601201"/>
              <a:gd name="connsiteY20" fmla="*/ 3762808 h 4194894"/>
              <a:gd name="connsiteX21" fmla="*/ 8676744 w 9601201"/>
              <a:gd name="connsiteY21" fmla="*/ 3762808 h 4194894"/>
              <a:gd name="connsiteX22" fmla="*/ 8638059 w 9601201"/>
              <a:gd name="connsiteY22" fmla="*/ 3888424 h 4194894"/>
              <a:gd name="connsiteX23" fmla="*/ 8599374 w 9601201"/>
              <a:gd name="connsiteY23" fmla="*/ 3762808 h 4194894"/>
              <a:gd name="connsiteX24" fmla="*/ 9279766 w 9601201"/>
              <a:gd name="connsiteY24" fmla="*/ 3760299 h 4194894"/>
              <a:gd name="connsiteX25" fmla="*/ 9240602 w 9601201"/>
              <a:gd name="connsiteY25" fmla="*/ 3767559 h 4194894"/>
              <a:gd name="connsiteX26" fmla="*/ 9215667 w 9601201"/>
              <a:gd name="connsiteY26" fmla="*/ 3787284 h 4194894"/>
              <a:gd name="connsiteX27" fmla="*/ 9207193 w 9601201"/>
              <a:gd name="connsiteY27" fmla="*/ 3814902 h 4194894"/>
              <a:gd name="connsiteX28" fmla="*/ 9216464 w 9601201"/>
              <a:gd name="connsiteY28" fmla="*/ 3843464 h 4194894"/>
              <a:gd name="connsiteX29" fmla="*/ 9238523 w 9601201"/>
              <a:gd name="connsiteY29" fmla="*/ 3858930 h 4194894"/>
              <a:gd name="connsiteX30" fmla="*/ 9270495 w 9601201"/>
              <a:gd name="connsiteY30" fmla="*/ 3868240 h 4194894"/>
              <a:gd name="connsiteX31" fmla="*/ 9296392 w 9601201"/>
              <a:gd name="connsiteY31" fmla="*/ 3876289 h 4194894"/>
              <a:gd name="connsiteX32" fmla="*/ 9304383 w 9601201"/>
              <a:gd name="connsiteY32" fmla="*/ 3887492 h 4194894"/>
              <a:gd name="connsiteX33" fmla="*/ 9298790 w 9601201"/>
              <a:gd name="connsiteY33" fmla="*/ 3897750 h 4194894"/>
              <a:gd name="connsiteX34" fmla="*/ 9282965 w 9601201"/>
              <a:gd name="connsiteY34" fmla="*/ 3901697 h 4194894"/>
              <a:gd name="connsiteX35" fmla="*/ 9264101 w 9601201"/>
              <a:gd name="connsiteY35" fmla="*/ 3896015 h 4194894"/>
              <a:gd name="connsiteX36" fmla="*/ 9255468 w 9601201"/>
              <a:gd name="connsiteY36" fmla="*/ 3881181 h 4194894"/>
              <a:gd name="connsiteX37" fmla="*/ 9201439 w 9601201"/>
              <a:gd name="connsiteY37" fmla="*/ 3881181 h 4194894"/>
              <a:gd name="connsiteX38" fmla="*/ 9213267 w 9601201"/>
              <a:gd name="connsiteY38" fmla="*/ 3911954 h 4194894"/>
              <a:gd name="connsiteX39" fmla="*/ 9242041 w 9601201"/>
              <a:gd name="connsiteY39" fmla="*/ 3933574 h 4194894"/>
              <a:gd name="connsiteX40" fmla="*/ 9283602 w 9601201"/>
              <a:gd name="connsiteY40" fmla="*/ 3941464 h 4194894"/>
              <a:gd name="connsiteX41" fmla="*/ 9321810 w 9601201"/>
              <a:gd name="connsiteY41" fmla="*/ 3934521 h 4194894"/>
              <a:gd name="connsiteX42" fmla="*/ 9347064 w 9601201"/>
              <a:gd name="connsiteY42" fmla="*/ 3915425 h 4194894"/>
              <a:gd name="connsiteX43" fmla="*/ 9355857 w 9601201"/>
              <a:gd name="connsiteY43" fmla="*/ 3887810 h 4194894"/>
              <a:gd name="connsiteX44" fmla="*/ 9346108 w 9601201"/>
              <a:gd name="connsiteY44" fmla="*/ 3858614 h 4194894"/>
              <a:gd name="connsiteX45" fmla="*/ 9324207 w 9601201"/>
              <a:gd name="connsiteY45" fmla="*/ 3842833 h 4194894"/>
              <a:gd name="connsiteX46" fmla="*/ 9291917 w 9601201"/>
              <a:gd name="connsiteY46" fmla="*/ 3832891 h 4194894"/>
              <a:gd name="connsiteX47" fmla="*/ 9266499 w 9601201"/>
              <a:gd name="connsiteY47" fmla="*/ 3825316 h 4194894"/>
              <a:gd name="connsiteX48" fmla="*/ 9258348 w 9601201"/>
              <a:gd name="connsiteY48" fmla="*/ 3813953 h 4194894"/>
              <a:gd name="connsiteX49" fmla="*/ 9263462 w 9601201"/>
              <a:gd name="connsiteY49" fmla="*/ 3804012 h 4194894"/>
              <a:gd name="connsiteX50" fmla="*/ 9278169 w 9601201"/>
              <a:gd name="connsiteY50" fmla="*/ 3800383 h 4194894"/>
              <a:gd name="connsiteX51" fmla="*/ 9296232 w 9601201"/>
              <a:gd name="connsiteY51" fmla="*/ 3805747 h 4194894"/>
              <a:gd name="connsiteX52" fmla="*/ 9304383 w 9601201"/>
              <a:gd name="connsiteY52" fmla="*/ 3820266 h 4194894"/>
              <a:gd name="connsiteX53" fmla="*/ 9354897 w 9601201"/>
              <a:gd name="connsiteY53" fmla="*/ 3820266 h 4194894"/>
              <a:gd name="connsiteX54" fmla="*/ 9332678 w 9601201"/>
              <a:gd name="connsiteY54" fmla="*/ 3776712 h 4194894"/>
              <a:gd name="connsiteX55" fmla="*/ 9279766 w 9601201"/>
              <a:gd name="connsiteY55" fmla="*/ 3760299 h 4194894"/>
              <a:gd name="connsiteX56" fmla="*/ 9102961 w 9601201"/>
              <a:gd name="connsiteY56" fmla="*/ 3760292 h 4194894"/>
              <a:gd name="connsiteX57" fmla="*/ 9055965 w 9601201"/>
              <a:gd name="connsiteY57" fmla="*/ 3771338 h 4194894"/>
              <a:gd name="connsiteX58" fmla="*/ 9024153 w 9601201"/>
              <a:gd name="connsiteY58" fmla="*/ 3802900 h 4194894"/>
              <a:gd name="connsiteX59" fmla="*/ 9012805 w 9601201"/>
              <a:gd name="connsiteY59" fmla="*/ 3850874 h 4194894"/>
              <a:gd name="connsiteX60" fmla="*/ 9024315 w 9601201"/>
              <a:gd name="connsiteY60" fmla="*/ 3898849 h 4194894"/>
              <a:gd name="connsiteX61" fmla="*/ 9056284 w 9601201"/>
              <a:gd name="connsiteY61" fmla="*/ 3930411 h 4194894"/>
              <a:gd name="connsiteX62" fmla="*/ 9102961 w 9601201"/>
              <a:gd name="connsiteY62" fmla="*/ 3941458 h 4194894"/>
              <a:gd name="connsiteX63" fmla="*/ 9142288 w 9601201"/>
              <a:gd name="connsiteY63" fmla="*/ 3933568 h 4194894"/>
              <a:gd name="connsiteX64" fmla="*/ 9171539 w 9601201"/>
              <a:gd name="connsiteY64" fmla="*/ 3911788 h 4194894"/>
              <a:gd name="connsiteX65" fmla="*/ 9187686 w 9601201"/>
              <a:gd name="connsiteY65" fmla="*/ 3880543 h 4194894"/>
              <a:gd name="connsiteX66" fmla="*/ 9129499 w 9601201"/>
              <a:gd name="connsiteY66" fmla="*/ 3880543 h 4194894"/>
              <a:gd name="connsiteX67" fmla="*/ 9101044 w 9601201"/>
              <a:gd name="connsiteY67" fmla="*/ 3897585 h 4194894"/>
              <a:gd name="connsiteX68" fmla="*/ 9077865 w 9601201"/>
              <a:gd name="connsiteY68" fmla="*/ 3888907 h 4194894"/>
              <a:gd name="connsiteX69" fmla="*/ 9067155 w 9601201"/>
              <a:gd name="connsiteY69" fmla="*/ 3863814 h 4194894"/>
              <a:gd name="connsiteX70" fmla="*/ 9190882 w 9601201"/>
              <a:gd name="connsiteY70" fmla="*/ 3863814 h 4194894"/>
              <a:gd name="connsiteX71" fmla="*/ 9191841 w 9601201"/>
              <a:gd name="connsiteY71" fmla="*/ 3848035 h 4194894"/>
              <a:gd name="connsiteX72" fmla="*/ 9180491 w 9601201"/>
              <a:gd name="connsiteY72" fmla="*/ 3801638 h 4194894"/>
              <a:gd name="connsiteX73" fmla="*/ 9149001 w 9601201"/>
              <a:gd name="connsiteY73" fmla="*/ 3771023 h 4194894"/>
              <a:gd name="connsiteX74" fmla="*/ 9102961 w 9601201"/>
              <a:gd name="connsiteY74" fmla="*/ 3760292 h 4194894"/>
              <a:gd name="connsiteX75" fmla="*/ 9032051 w 9601201"/>
              <a:gd name="connsiteY75" fmla="*/ 3682268 h 4194894"/>
              <a:gd name="connsiteX76" fmla="*/ 9037781 w 9601201"/>
              <a:gd name="connsiteY76" fmla="*/ 3683799 h 4194894"/>
              <a:gd name="connsiteX77" fmla="*/ 9042017 w 9601201"/>
              <a:gd name="connsiteY77" fmla="*/ 3688197 h 4194894"/>
              <a:gd name="connsiteX78" fmla="*/ 9043587 w 9601201"/>
              <a:gd name="connsiteY78" fmla="*/ 3695070 h 4194894"/>
              <a:gd name="connsiteX79" fmla="*/ 9042017 w 9601201"/>
              <a:gd name="connsiteY79" fmla="*/ 3701942 h 4194894"/>
              <a:gd name="connsiteX80" fmla="*/ 9037781 w 9601201"/>
              <a:gd name="connsiteY80" fmla="*/ 3706340 h 4194894"/>
              <a:gd name="connsiteX81" fmla="*/ 9032051 w 9601201"/>
              <a:gd name="connsiteY81" fmla="*/ 3707872 h 4194894"/>
              <a:gd name="connsiteX82" fmla="*/ 9026440 w 9601201"/>
              <a:gd name="connsiteY82" fmla="*/ 3706302 h 4194894"/>
              <a:gd name="connsiteX83" fmla="*/ 9022202 w 9601201"/>
              <a:gd name="connsiteY83" fmla="*/ 3701785 h 4194894"/>
              <a:gd name="connsiteX84" fmla="*/ 9020594 w 9601201"/>
              <a:gd name="connsiteY84" fmla="*/ 3694913 h 4194894"/>
              <a:gd name="connsiteX85" fmla="*/ 9022202 w 9601201"/>
              <a:gd name="connsiteY85" fmla="*/ 3688119 h 4194894"/>
              <a:gd name="connsiteX86" fmla="*/ 9026400 w 9601201"/>
              <a:gd name="connsiteY86" fmla="*/ 3683760 h 4194894"/>
              <a:gd name="connsiteX87" fmla="*/ 9032051 w 9601201"/>
              <a:gd name="connsiteY87" fmla="*/ 3682268 h 4194894"/>
              <a:gd name="connsiteX88" fmla="*/ 9315846 w 9601201"/>
              <a:gd name="connsiteY88" fmla="*/ 3682192 h 4194894"/>
              <a:gd name="connsiteX89" fmla="*/ 9323811 w 9601201"/>
              <a:gd name="connsiteY89" fmla="*/ 3685531 h 4194894"/>
              <a:gd name="connsiteX90" fmla="*/ 9327067 w 9601201"/>
              <a:gd name="connsiteY90" fmla="*/ 3695073 h 4194894"/>
              <a:gd name="connsiteX91" fmla="*/ 9325499 w 9601201"/>
              <a:gd name="connsiteY91" fmla="*/ 3702142 h 4194894"/>
              <a:gd name="connsiteX92" fmla="*/ 9321300 w 9601201"/>
              <a:gd name="connsiteY92" fmla="*/ 3706501 h 4194894"/>
              <a:gd name="connsiteX93" fmla="*/ 9315688 w 9601201"/>
              <a:gd name="connsiteY93" fmla="*/ 3707954 h 4194894"/>
              <a:gd name="connsiteX94" fmla="*/ 9307879 w 9601201"/>
              <a:gd name="connsiteY94" fmla="*/ 3704616 h 4194894"/>
              <a:gd name="connsiteX95" fmla="*/ 9304780 w 9601201"/>
              <a:gd name="connsiteY95" fmla="*/ 3695073 h 4194894"/>
              <a:gd name="connsiteX96" fmla="*/ 9307958 w 9601201"/>
              <a:gd name="connsiteY96" fmla="*/ 3685531 h 4194894"/>
              <a:gd name="connsiteX97" fmla="*/ 9315846 w 9601201"/>
              <a:gd name="connsiteY97" fmla="*/ 3682192 h 4194894"/>
              <a:gd name="connsiteX98" fmla="*/ 9267344 w 9601201"/>
              <a:gd name="connsiteY98" fmla="*/ 3682192 h 4194894"/>
              <a:gd name="connsiteX99" fmla="*/ 9275309 w 9601201"/>
              <a:gd name="connsiteY99" fmla="*/ 3685531 h 4194894"/>
              <a:gd name="connsiteX100" fmla="*/ 9278565 w 9601201"/>
              <a:gd name="connsiteY100" fmla="*/ 3695073 h 4194894"/>
              <a:gd name="connsiteX101" fmla="*/ 9276997 w 9601201"/>
              <a:gd name="connsiteY101" fmla="*/ 3702142 h 4194894"/>
              <a:gd name="connsiteX102" fmla="*/ 9272798 w 9601201"/>
              <a:gd name="connsiteY102" fmla="*/ 3706501 h 4194894"/>
              <a:gd name="connsiteX103" fmla="*/ 9267186 w 9601201"/>
              <a:gd name="connsiteY103" fmla="*/ 3707954 h 4194894"/>
              <a:gd name="connsiteX104" fmla="*/ 9259377 w 9601201"/>
              <a:gd name="connsiteY104" fmla="*/ 3704616 h 4194894"/>
              <a:gd name="connsiteX105" fmla="*/ 9256278 w 9601201"/>
              <a:gd name="connsiteY105" fmla="*/ 3695073 h 4194894"/>
              <a:gd name="connsiteX106" fmla="*/ 9259456 w 9601201"/>
              <a:gd name="connsiteY106" fmla="*/ 3685531 h 4194894"/>
              <a:gd name="connsiteX107" fmla="*/ 9267344 w 9601201"/>
              <a:gd name="connsiteY107" fmla="*/ 3682192 h 4194894"/>
              <a:gd name="connsiteX108" fmla="*/ 8983155 w 9601201"/>
              <a:gd name="connsiteY108" fmla="*/ 3682192 h 4194894"/>
              <a:gd name="connsiteX109" fmla="*/ 8991121 w 9601201"/>
              <a:gd name="connsiteY109" fmla="*/ 3685531 h 4194894"/>
              <a:gd name="connsiteX110" fmla="*/ 8994378 w 9601201"/>
              <a:gd name="connsiteY110" fmla="*/ 3695073 h 4194894"/>
              <a:gd name="connsiteX111" fmla="*/ 8992808 w 9601201"/>
              <a:gd name="connsiteY111" fmla="*/ 3702142 h 4194894"/>
              <a:gd name="connsiteX112" fmla="*/ 8988610 w 9601201"/>
              <a:gd name="connsiteY112" fmla="*/ 3706501 h 4194894"/>
              <a:gd name="connsiteX113" fmla="*/ 8982998 w 9601201"/>
              <a:gd name="connsiteY113" fmla="*/ 3707954 h 4194894"/>
              <a:gd name="connsiteX114" fmla="*/ 8975190 w 9601201"/>
              <a:gd name="connsiteY114" fmla="*/ 3704616 h 4194894"/>
              <a:gd name="connsiteX115" fmla="*/ 8972090 w 9601201"/>
              <a:gd name="connsiteY115" fmla="*/ 3695073 h 4194894"/>
              <a:gd name="connsiteX116" fmla="*/ 8975269 w 9601201"/>
              <a:gd name="connsiteY116" fmla="*/ 3685531 h 4194894"/>
              <a:gd name="connsiteX117" fmla="*/ 8983155 w 9601201"/>
              <a:gd name="connsiteY117" fmla="*/ 3682192 h 4194894"/>
              <a:gd name="connsiteX118" fmla="*/ 9082514 w 9601201"/>
              <a:gd name="connsiteY118" fmla="*/ 3681641 h 4194894"/>
              <a:gd name="connsiteX119" fmla="*/ 9089813 w 9601201"/>
              <a:gd name="connsiteY119" fmla="*/ 3684193 h 4194894"/>
              <a:gd name="connsiteX120" fmla="*/ 9092874 w 9601201"/>
              <a:gd name="connsiteY120" fmla="*/ 3690987 h 4194894"/>
              <a:gd name="connsiteX121" fmla="*/ 9072235 w 9601201"/>
              <a:gd name="connsiteY121" fmla="*/ 3690987 h 4194894"/>
              <a:gd name="connsiteX122" fmla="*/ 9075648 w 9601201"/>
              <a:gd name="connsiteY122" fmla="*/ 3684115 h 4194894"/>
              <a:gd name="connsiteX123" fmla="*/ 9082514 w 9601201"/>
              <a:gd name="connsiteY123" fmla="*/ 3681641 h 4194894"/>
              <a:gd name="connsiteX124" fmla="*/ 9316001 w 9601201"/>
              <a:gd name="connsiteY124" fmla="*/ 3672611 h 4194894"/>
              <a:gd name="connsiteX125" fmla="*/ 9304623 w 9601201"/>
              <a:gd name="connsiteY125" fmla="*/ 3675399 h 4194894"/>
              <a:gd name="connsiteX126" fmla="*/ 9296579 w 9601201"/>
              <a:gd name="connsiteY126" fmla="*/ 3683293 h 4194894"/>
              <a:gd name="connsiteX127" fmla="*/ 9293637 w 9601201"/>
              <a:gd name="connsiteY127" fmla="*/ 3695073 h 4194894"/>
              <a:gd name="connsiteX128" fmla="*/ 9296501 w 9601201"/>
              <a:gd name="connsiteY128" fmla="*/ 3706855 h 4194894"/>
              <a:gd name="connsiteX129" fmla="*/ 9304387 w 9601201"/>
              <a:gd name="connsiteY129" fmla="*/ 3714748 h 4194894"/>
              <a:gd name="connsiteX130" fmla="*/ 9315688 w 9601201"/>
              <a:gd name="connsiteY130" fmla="*/ 3717537 h 4194894"/>
              <a:gd name="connsiteX131" fmla="*/ 9327185 w 9601201"/>
              <a:gd name="connsiteY131" fmla="*/ 3714748 h 4194894"/>
              <a:gd name="connsiteX132" fmla="*/ 9335347 w 9601201"/>
              <a:gd name="connsiteY132" fmla="*/ 3706855 h 4194894"/>
              <a:gd name="connsiteX133" fmla="*/ 9338368 w 9601201"/>
              <a:gd name="connsiteY133" fmla="*/ 3695073 h 4194894"/>
              <a:gd name="connsiteX134" fmla="*/ 9335425 w 9601201"/>
              <a:gd name="connsiteY134" fmla="*/ 3683293 h 4194894"/>
              <a:gd name="connsiteX135" fmla="*/ 9327382 w 9601201"/>
              <a:gd name="connsiteY135" fmla="*/ 3675399 h 4194894"/>
              <a:gd name="connsiteX136" fmla="*/ 9316001 w 9601201"/>
              <a:gd name="connsiteY136" fmla="*/ 3672611 h 4194894"/>
              <a:gd name="connsiteX137" fmla="*/ 9267500 w 9601201"/>
              <a:gd name="connsiteY137" fmla="*/ 3672611 h 4194894"/>
              <a:gd name="connsiteX138" fmla="*/ 9256122 w 9601201"/>
              <a:gd name="connsiteY138" fmla="*/ 3675399 h 4194894"/>
              <a:gd name="connsiteX139" fmla="*/ 9248077 w 9601201"/>
              <a:gd name="connsiteY139" fmla="*/ 3683293 h 4194894"/>
              <a:gd name="connsiteX140" fmla="*/ 9245134 w 9601201"/>
              <a:gd name="connsiteY140" fmla="*/ 3695073 h 4194894"/>
              <a:gd name="connsiteX141" fmla="*/ 9247999 w 9601201"/>
              <a:gd name="connsiteY141" fmla="*/ 3706855 h 4194894"/>
              <a:gd name="connsiteX142" fmla="*/ 9255885 w 9601201"/>
              <a:gd name="connsiteY142" fmla="*/ 3714748 h 4194894"/>
              <a:gd name="connsiteX143" fmla="*/ 9267186 w 9601201"/>
              <a:gd name="connsiteY143" fmla="*/ 3717537 h 4194894"/>
              <a:gd name="connsiteX144" fmla="*/ 9278683 w 9601201"/>
              <a:gd name="connsiteY144" fmla="*/ 3714748 h 4194894"/>
              <a:gd name="connsiteX145" fmla="*/ 9286845 w 9601201"/>
              <a:gd name="connsiteY145" fmla="*/ 3706855 h 4194894"/>
              <a:gd name="connsiteX146" fmla="*/ 9289866 w 9601201"/>
              <a:gd name="connsiteY146" fmla="*/ 3695073 h 4194894"/>
              <a:gd name="connsiteX147" fmla="*/ 9286923 w 9601201"/>
              <a:gd name="connsiteY147" fmla="*/ 3683293 h 4194894"/>
              <a:gd name="connsiteX148" fmla="*/ 9278880 w 9601201"/>
              <a:gd name="connsiteY148" fmla="*/ 3675399 h 4194894"/>
              <a:gd name="connsiteX149" fmla="*/ 9267500 w 9601201"/>
              <a:gd name="connsiteY149" fmla="*/ 3672611 h 4194894"/>
              <a:gd name="connsiteX150" fmla="*/ 9126543 w 9601201"/>
              <a:gd name="connsiteY150" fmla="*/ 3672611 h 4194894"/>
              <a:gd name="connsiteX151" fmla="*/ 9117400 w 9601201"/>
              <a:gd name="connsiteY151" fmla="*/ 3674339 h 4194894"/>
              <a:gd name="connsiteX152" fmla="*/ 9111436 w 9601201"/>
              <a:gd name="connsiteY152" fmla="*/ 3679053 h 4194894"/>
              <a:gd name="connsiteX153" fmla="*/ 9109356 w 9601201"/>
              <a:gd name="connsiteY153" fmla="*/ 3685650 h 4194894"/>
              <a:gd name="connsiteX154" fmla="*/ 9111592 w 9601201"/>
              <a:gd name="connsiteY154" fmla="*/ 3692640 h 4194894"/>
              <a:gd name="connsiteX155" fmla="*/ 9116929 w 9601201"/>
              <a:gd name="connsiteY155" fmla="*/ 3696488 h 4194894"/>
              <a:gd name="connsiteX156" fmla="*/ 9124894 w 9601201"/>
              <a:gd name="connsiteY156" fmla="*/ 3698923 h 4194894"/>
              <a:gd name="connsiteX157" fmla="*/ 9131760 w 9601201"/>
              <a:gd name="connsiteY157" fmla="*/ 3701240 h 4194894"/>
              <a:gd name="connsiteX158" fmla="*/ 9133919 w 9601201"/>
              <a:gd name="connsiteY158" fmla="*/ 3704421 h 4194894"/>
              <a:gd name="connsiteX159" fmla="*/ 9132154 w 9601201"/>
              <a:gd name="connsiteY159" fmla="*/ 3707641 h 4194894"/>
              <a:gd name="connsiteX160" fmla="*/ 9127247 w 9601201"/>
              <a:gd name="connsiteY160" fmla="*/ 3708898 h 4194894"/>
              <a:gd name="connsiteX161" fmla="*/ 9121873 w 9601201"/>
              <a:gd name="connsiteY161" fmla="*/ 3707248 h 4194894"/>
              <a:gd name="connsiteX162" fmla="*/ 9119401 w 9601201"/>
              <a:gd name="connsiteY162" fmla="*/ 3703086 h 4194894"/>
              <a:gd name="connsiteX163" fmla="*/ 9108336 w 9601201"/>
              <a:gd name="connsiteY163" fmla="*/ 3703086 h 4194894"/>
              <a:gd name="connsiteX164" fmla="*/ 9111044 w 9601201"/>
              <a:gd name="connsiteY164" fmla="*/ 3710391 h 4194894"/>
              <a:gd name="connsiteX165" fmla="*/ 9117752 w 9601201"/>
              <a:gd name="connsiteY165" fmla="*/ 3715613 h 4194894"/>
              <a:gd name="connsiteX166" fmla="*/ 9127327 w 9601201"/>
              <a:gd name="connsiteY166" fmla="*/ 3717537 h 4194894"/>
              <a:gd name="connsiteX167" fmla="*/ 9136391 w 9601201"/>
              <a:gd name="connsiteY167" fmla="*/ 3715849 h 4194894"/>
              <a:gd name="connsiteX168" fmla="*/ 9142355 w 9601201"/>
              <a:gd name="connsiteY168" fmla="*/ 3711176 h 4194894"/>
              <a:gd name="connsiteX169" fmla="*/ 9144434 w 9601201"/>
              <a:gd name="connsiteY169" fmla="*/ 3704421 h 4194894"/>
              <a:gd name="connsiteX170" fmla="*/ 9142120 w 9601201"/>
              <a:gd name="connsiteY170" fmla="*/ 3697471 h 4194894"/>
              <a:gd name="connsiteX171" fmla="*/ 9136822 w 9601201"/>
              <a:gd name="connsiteY171" fmla="*/ 3693582 h 4194894"/>
              <a:gd name="connsiteX172" fmla="*/ 9129053 w 9601201"/>
              <a:gd name="connsiteY172" fmla="*/ 3691148 h 4194894"/>
              <a:gd name="connsiteX173" fmla="*/ 9122225 w 9601201"/>
              <a:gd name="connsiteY173" fmla="*/ 3688830 h 4194894"/>
              <a:gd name="connsiteX174" fmla="*/ 9120029 w 9601201"/>
              <a:gd name="connsiteY174" fmla="*/ 3685492 h 4194894"/>
              <a:gd name="connsiteX175" fmla="*/ 9121638 w 9601201"/>
              <a:gd name="connsiteY175" fmla="*/ 3682429 h 4194894"/>
              <a:gd name="connsiteX176" fmla="*/ 9126227 w 9601201"/>
              <a:gd name="connsiteY176" fmla="*/ 3681330 h 4194894"/>
              <a:gd name="connsiteX177" fmla="*/ 9131368 w 9601201"/>
              <a:gd name="connsiteY177" fmla="*/ 3682862 h 4194894"/>
              <a:gd name="connsiteX178" fmla="*/ 9133526 w 9601201"/>
              <a:gd name="connsiteY178" fmla="*/ 3686984 h 4194894"/>
              <a:gd name="connsiteX179" fmla="*/ 9144042 w 9601201"/>
              <a:gd name="connsiteY179" fmla="*/ 3686984 h 4194894"/>
              <a:gd name="connsiteX180" fmla="*/ 9138941 w 9601201"/>
              <a:gd name="connsiteY180" fmla="*/ 3676499 h 4194894"/>
              <a:gd name="connsiteX181" fmla="*/ 9126543 w 9601201"/>
              <a:gd name="connsiteY181" fmla="*/ 3672611 h 4194894"/>
              <a:gd name="connsiteX182" fmla="*/ 8983312 w 9601201"/>
              <a:gd name="connsiteY182" fmla="*/ 3672611 h 4194894"/>
              <a:gd name="connsiteX183" fmla="*/ 8971933 w 9601201"/>
              <a:gd name="connsiteY183" fmla="*/ 3675399 h 4194894"/>
              <a:gd name="connsiteX184" fmla="*/ 8963889 w 9601201"/>
              <a:gd name="connsiteY184" fmla="*/ 3683293 h 4194894"/>
              <a:gd name="connsiteX185" fmla="*/ 8960946 w 9601201"/>
              <a:gd name="connsiteY185" fmla="*/ 3695073 h 4194894"/>
              <a:gd name="connsiteX186" fmla="*/ 8963811 w 9601201"/>
              <a:gd name="connsiteY186" fmla="*/ 3706855 h 4194894"/>
              <a:gd name="connsiteX187" fmla="*/ 8971698 w 9601201"/>
              <a:gd name="connsiteY187" fmla="*/ 3714748 h 4194894"/>
              <a:gd name="connsiteX188" fmla="*/ 8982998 w 9601201"/>
              <a:gd name="connsiteY188" fmla="*/ 3717537 h 4194894"/>
              <a:gd name="connsiteX189" fmla="*/ 8994495 w 9601201"/>
              <a:gd name="connsiteY189" fmla="*/ 3714748 h 4194894"/>
              <a:gd name="connsiteX190" fmla="*/ 9002657 w 9601201"/>
              <a:gd name="connsiteY190" fmla="*/ 3706855 h 4194894"/>
              <a:gd name="connsiteX191" fmla="*/ 9005678 w 9601201"/>
              <a:gd name="connsiteY191" fmla="*/ 3695073 h 4194894"/>
              <a:gd name="connsiteX192" fmla="*/ 9002735 w 9601201"/>
              <a:gd name="connsiteY192" fmla="*/ 3683293 h 4194894"/>
              <a:gd name="connsiteX193" fmla="*/ 8994692 w 9601201"/>
              <a:gd name="connsiteY193" fmla="*/ 3675399 h 4194894"/>
              <a:gd name="connsiteX194" fmla="*/ 8983312 w 9601201"/>
              <a:gd name="connsiteY194" fmla="*/ 3672611 h 4194894"/>
              <a:gd name="connsiteX195" fmla="*/ 9082829 w 9601201"/>
              <a:gd name="connsiteY195" fmla="*/ 3672609 h 4194894"/>
              <a:gd name="connsiteX196" fmla="*/ 9071449 w 9601201"/>
              <a:gd name="connsiteY196" fmla="*/ 3675357 h 4194894"/>
              <a:gd name="connsiteX197" fmla="*/ 9063758 w 9601201"/>
              <a:gd name="connsiteY197" fmla="*/ 3683212 h 4194894"/>
              <a:gd name="connsiteX198" fmla="*/ 9061013 w 9601201"/>
              <a:gd name="connsiteY198" fmla="*/ 3695072 h 4194894"/>
              <a:gd name="connsiteX199" fmla="*/ 9063797 w 9601201"/>
              <a:gd name="connsiteY199" fmla="*/ 3706854 h 4194894"/>
              <a:gd name="connsiteX200" fmla="*/ 9071567 w 9601201"/>
              <a:gd name="connsiteY200" fmla="*/ 3714746 h 4194894"/>
              <a:gd name="connsiteX201" fmla="*/ 9082829 w 9601201"/>
              <a:gd name="connsiteY201" fmla="*/ 3717535 h 4194894"/>
              <a:gd name="connsiteX202" fmla="*/ 9095935 w 9601201"/>
              <a:gd name="connsiteY202" fmla="*/ 3713490 h 4194894"/>
              <a:gd name="connsiteX203" fmla="*/ 9103153 w 9601201"/>
              <a:gd name="connsiteY203" fmla="*/ 3703162 h 4194894"/>
              <a:gd name="connsiteX204" fmla="*/ 9091304 w 9601201"/>
              <a:gd name="connsiteY204" fmla="*/ 3703162 h 4194894"/>
              <a:gd name="connsiteX205" fmla="*/ 9082593 w 9601201"/>
              <a:gd name="connsiteY205" fmla="*/ 3708424 h 4194894"/>
              <a:gd name="connsiteX206" fmla="*/ 9075451 w 9601201"/>
              <a:gd name="connsiteY206" fmla="*/ 3705753 h 4194894"/>
              <a:gd name="connsiteX207" fmla="*/ 9072156 w 9601201"/>
              <a:gd name="connsiteY207" fmla="*/ 3698370 h 4194894"/>
              <a:gd name="connsiteX208" fmla="*/ 9103939 w 9601201"/>
              <a:gd name="connsiteY208" fmla="*/ 3698370 h 4194894"/>
              <a:gd name="connsiteX209" fmla="*/ 9104253 w 9601201"/>
              <a:gd name="connsiteY209" fmla="*/ 3694129 h 4194894"/>
              <a:gd name="connsiteX210" fmla="*/ 9101544 w 9601201"/>
              <a:gd name="connsiteY210" fmla="*/ 3682859 h 4194894"/>
              <a:gd name="connsiteX211" fmla="*/ 9093934 w 9601201"/>
              <a:gd name="connsiteY211" fmla="*/ 3675280 h 4194894"/>
              <a:gd name="connsiteX212" fmla="*/ 9082829 w 9601201"/>
              <a:gd name="connsiteY212" fmla="*/ 3672609 h 4194894"/>
              <a:gd name="connsiteX213" fmla="*/ 9170571 w 9601201"/>
              <a:gd name="connsiteY213" fmla="*/ 3672608 h 4194894"/>
              <a:gd name="connsiteX214" fmla="*/ 9159427 w 9601201"/>
              <a:gd name="connsiteY214" fmla="*/ 3675396 h 4194894"/>
              <a:gd name="connsiteX215" fmla="*/ 9151814 w 9601201"/>
              <a:gd name="connsiteY215" fmla="*/ 3683251 h 4194894"/>
              <a:gd name="connsiteX216" fmla="*/ 9149068 w 9601201"/>
              <a:gd name="connsiteY216" fmla="*/ 3695071 h 4194894"/>
              <a:gd name="connsiteX217" fmla="*/ 9151814 w 9601201"/>
              <a:gd name="connsiteY217" fmla="*/ 3706892 h 4194894"/>
              <a:gd name="connsiteX218" fmla="*/ 9159427 w 9601201"/>
              <a:gd name="connsiteY218" fmla="*/ 3714746 h 4194894"/>
              <a:gd name="connsiteX219" fmla="*/ 9170571 w 9601201"/>
              <a:gd name="connsiteY219" fmla="*/ 3717534 h 4194894"/>
              <a:gd name="connsiteX220" fmla="*/ 9183912 w 9601201"/>
              <a:gd name="connsiteY220" fmla="*/ 3713372 h 4194894"/>
              <a:gd name="connsiteX221" fmla="*/ 9191053 w 9601201"/>
              <a:gd name="connsiteY221" fmla="*/ 3702140 h 4194894"/>
              <a:gd name="connsiteX222" fmla="*/ 9179203 w 9601201"/>
              <a:gd name="connsiteY222" fmla="*/ 3702140 h 4194894"/>
              <a:gd name="connsiteX223" fmla="*/ 9170492 w 9601201"/>
              <a:gd name="connsiteY223" fmla="*/ 3708110 h 4194894"/>
              <a:gd name="connsiteX224" fmla="*/ 9163037 w 9601201"/>
              <a:gd name="connsiteY224" fmla="*/ 3704692 h 4194894"/>
              <a:gd name="connsiteX225" fmla="*/ 9160291 w 9601201"/>
              <a:gd name="connsiteY225" fmla="*/ 3695071 h 4194894"/>
              <a:gd name="connsiteX226" fmla="*/ 9163037 w 9601201"/>
              <a:gd name="connsiteY226" fmla="*/ 3685371 h 4194894"/>
              <a:gd name="connsiteX227" fmla="*/ 9170492 w 9601201"/>
              <a:gd name="connsiteY227" fmla="*/ 3681955 h 4194894"/>
              <a:gd name="connsiteX228" fmla="*/ 9176024 w 9601201"/>
              <a:gd name="connsiteY228" fmla="*/ 3683565 h 4194894"/>
              <a:gd name="connsiteX229" fmla="*/ 9179203 w 9601201"/>
              <a:gd name="connsiteY229" fmla="*/ 3688002 h 4194894"/>
              <a:gd name="connsiteX230" fmla="*/ 9191053 w 9601201"/>
              <a:gd name="connsiteY230" fmla="*/ 3688002 h 4194894"/>
              <a:gd name="connsiteX231" fmla="*/ 9183952 w 9601201"/>
              <a:gd name="connsiteY231" fmla="*/ 3676653 h 4194894"/>
              <a:gd name="connsiteX232" fmla="*/ 9170571 w 9601201"/>
              <a:gd name="connsiteY232" fmla="*/ 3672608 h 4194894"/>
              <a:gd name="connsiteX233" fmla="*/ 9029225 w 9601201"/>
              <a:gd name="connsiteY233" fmla="*/ 3672607 h 4194894"/>
              <a:gd name="connsiteX234" fmla="*/ 9019141 w 9601201"/>
              <a:gd name="connsiteY234" fmla="*/ 3675355 h 4194894"/>
              <a:gd name="connsiteX235" fmla="*/ 9012001 w 9601201"/>
              <a:gd name="connsiteY235" fmla="*/ 3683209 h 4194894"/>
              <a:gd name="connsiteX236" fmla="*/ 9009371 w 9601201"/>
              <a:gd name="connsiteY236" fmla="*/ 3694913 h 4194894"/>
              <a:gd name="connsiteX237" fmla="*/ 9012001 w 9601201"/>
              <a:gd name="connsiteY237" fmla="*/ 3706733 h 4194894"/>
              <a:gd name="connsiteX238" fmla="*/ 9019180 w 9601201"/>
              <a:gd name="connsiteY238" fmla="*/ 3714705 h 4194894"/>
              <a:gd name="connsiteX239" fmla="*/ 9029225 w 9601201"/>
              <a:gd name="connsiteY239" fmla="*/ 3717533 h 4194894"/>
              <a:gd name="connsiteX240" fmla="*/ 9037741 w 9601201"/>
              <a:gd name="connsiteY240" fmla="*/ 3715490 h 4194894"/>
              <a:gd name="connsiteX241" fmla="*/ 9043587 w 9601201"/>
              <a:gd name="connsiteY241" fmla="*/ 3710385 h 4194894"/>
              <a:gd name="connsiteX242" fmla="*/ 9043587 w 9601201"/>
              <a:gd name="connsiteY242" fmla="*/ 3717140 h 4194894"/>
              <a:gd name="connsiteX243" fmla="*/ 9040605 w 9601201"/>
              <a:gd name="connsiteY243" fmla="*/ 3725819 h 4194894"/>
              <a:gd name="connsiteX244" fmla="*/ 9032835 w 9601201"/>
              <a:gd name="connsiteY244" fmla="*/ 3728685 h 4194894"/>
              <a:gd name="connsiteX245" fmla="*/ 9025890 w 9601201"/>
              <a:gd name="connsiteY245" fmla="*/ 3726918 h 4194894"/>
              <a:gd name="connsiteX246" fmla="*/ 9022162 w 9601201"/>
              <a:gd name="connsiteY246" fmla="*/ 3722167 h 4194894"/>
              <a:gd name="connsiteX247" fmla="*/ 9011254 w 9601201"/>
              <a:gd name="connsiteY247" fmla="*/ 3722167 h 4194894"/>
              <a:gd name="connsiteX248" fmla="*/ 9017964 w 9601201"/>
              <a:gd name="connsiteY248" fmla="*/ 3733948 h 4194894"/>
              <a:gd name="connsiteX249" fmla="*/ 9033150 w 9601201"/>
              <a:gd name="connsiteY249" fmla="*/ 3738268 h 4194894"/>
              <a:gd name="connsiteX250" fmla="*/ 9044920 w 9601201"/>
              <a:gd name="connsiteY250" fmla="*/ 3735479 h 4194894"/>
              <a:gd name="connsiteX251" fmla="*/ 9052219 w 9601201"/>
              <a:gd name="connsiteY251" fmla="*/ 3727939 h 4194894"/>
              <a:gd name="connsiteX252" fmla="*/ 9054652 w 9601201"/>
              <a:gd name="connsiteY252" fmla="*/ 3717140 h 4194894"/>
              <a:gd name="connsiteX253" fmla="*/ 9054652 w 9601201"/>
              <a:gd name="connsiteY253" fmla="*/ 3673314 h 4194894"/>
              <a:gd name="connsiteX254" fmla="*/ 9043587 w 9601201"/>
              <a:gd name="connsiteY254" fmla="*/ 3673314 h 4194894"/>
              <a:gd name="connsiteX255" fmla="*/ 9043587 w 9601201"/>
              <a:gd name="connsiteY255" fmla="*/ 3679518 h 4194894"/>
              <a:gd name="connsiteX256" fmla="*/ 9037781 w 9601201"/>
              <a:gd name="connsiteY256" fmla="*/ 3674532 h 4194894"/>
              <a:gd name="connsiteX257" fmla="*/ 9029225 w 9601201"/>
              <a:gd name="connsiteY257" fmla="*/ 3672607 h 4194894"/>
              <a:gd name="connsiteX258" fmla="*/ 9344794 w 9601201"/>
              <a:gd name="connsiteY258" fmla="*/ 3658741 h 4194894"/>
              <a:gd name="connsiteX259" fmla="*/ 9344794 w 9601201"/>
              <a:gd name="connsiteY259" fmla="*/ 3716862 h 4194894"/>
              <a:gd name="connsiteX260" fmla="*/ 9355780 w 9601201"/>
              <a:gd name="connsiteY260" fmla="*/ 3716862 h 4194894"/>
              <a:gd name="connsiteX261" fmla="*/ 9355780 w 9601201"/>
              <a:gd name="connsiteY261" fmla="*/ 3658741 h 4194894"/>
              <a:gd name="connsiteX262" fmla="*/ 9197574 w 9601201"/>
              <a:gd name="connsiteY262" fmla="*/ 3658707 h 4194894"/>
              <a:gd name="connsiteX263" fmla="*/ 9197574 w 9601201"/>
              <a:gd name="connsiteY263" fmla="*/ 3716828 h 4194894"/>
              <a:gd name="connsiteX264" fmla="*/ 9208560 w 9601201"/>
              <a:gd name="connsiteY264" fmla="*/ 3716828 h 4194894"/>
              <a:gd name="connsiteX265" fmla="*/ 9208560 w 9601201"/>
              <a:gd name="connsiteY265" fmla="*/ 3692794 h 4194894"/>
              <a:gd name="connsiteX266" fmla="*/ 9211189 w 9601201"/>
              <a:gd name="connsiteY266" fmla="*/ 3684822 h 4194894"/>
              <a:gd name="connsiteX267" fmla="*/ 9218370 w 9601201"/>
              <a:gd name="connsiteY267" fmla="*/ 3682034 h 4194894"/>
              <a:gd name="connsiteX268" fmla="*/ 9225433 w 9601201"/>
              <a:gd name="connsiteY268" fmla="*/ 3684822 h 4194894"/>
              <a:gd name="connsiteX269" fmla="*/ 9228023 w 9601201"/>
              <a:gd name="connsiteY269" fmla="*/ 3692794 h 4194894"/>
              <a:gd name="connsiteX270" fmla="*/ 9228023 w 9601201"/>
              <a:gd name="connsiteY270" fmla="*/ 3716828 h 4194894"/>
              <a:gd name="connsiteX271" fmla="*/ 9239009 w 9601201"/>
              <a:gd name="connsiteY271" fmla="*/ 3716828 h 4194894"/>
              <a:gd name="connsiteX272" fmla="*/ 9239009 w 9601201"/>
              <a:gd name="connsiteY272" fmla="*/ 3691301 h 4194894"/>
              <a:gd name="connsiteX273" fmla="*/ 9236850 w 9601201"/>
              <a:gd name="connsiteY273" fmla="*/ 3681209 h 4194894"/>
              <a:gd name="connsiteX274" fmla="*/ 9230848 w 9601201"/>
              <a:gd name="connsiteY274" fmla="*/ 3674847 h 4194894"/>
              <a:gd name="connsiteX275" fmla="*/ 9222059 w 9601201"/>
              <a:gd name="connsiteY275" fmla="*/ 3672687 h 4194894"/>
              <a:gd name="connsiteX276" fmla="*/ 9214210 w 9601201"/>
              <a:gd name="connsiteY276" fmla="*/ 3674298 h 4194894"/>
              <a:gd name="connsiteX277" fmla="*/ 9208560 w 9601201"/>
              <a:gd name="connsiteY277" fmla="*/ 3678735 h 4194894"/>
              <a:gd name="connsiteX278" fmla="*/ 9208560 w 9601201"/>
              <a:gd name="connsiteY278" fmla="*/ 3658707 h 4194894"/>
              <a:gd name="connsiteX279" fmla="*/ 8913386 w 9601201"/>
              <a:gd name="connsiteY279" fmla="*/ 3658707 h 4194894"/>
              <a:gd name="connsiteX280" fmla="*/ 8913386 w 9601201"/>
              <a:gd name="connsiteY280" fmla="*/ 3716828 h 4194894"/>
              <a:gd name="connsiteX281" fmla="*/ 8924372 w 9601201"/>
              <a:gd name="connsiteY281" fmla="*/ 3716828 h 4194894"/>
              <a:gd name="connsiteX282" fmla="*/ 8924372 w 9601201"/>
              <a:gd name="connsiteY282" fmla="*/ 3692794 h 4194894"/>
              <a:gd name="connsiteX283" fmla="*/ 8927001 w 9601201"/>
              <a:gd name="connsiteY283" fmla="*/ 3684822 h 4194894"/>
              <a:gd name="connsiteX284" fmla="*/ 8934181 w 9601201"/>
              <a:gd name="connsiteY284" fmla="*/ 3682034 h 4194894"/>
              <a:gd name="connsiteX285" fmla="*/ 8941244 w 9601201"/>
              <a:gd name="connsiteY285" fmla="*/ 3684822 h 4194894"/>
              <a:gd name="connsiteX286" fmla="*/ 8943834 w 9601201"/>
              <a:gd name="connsiteY286" fmla="*/ 3692794 h 4194894"/>
              <a:gd name="connsiteX287" fmla="*/ 8943834 w 9601201"/>
              <a:gd name="connsiteY287" fmla="*/ 3716828 h 4194894"/>
              <a:gd name="connsiteX288" fmla="*/ 8954820 w 9601201"/>
              <a:gd name="connsiteY288" fmla="*/ 3716828 h 4194894"/>
              <a:gd name="connsiteX289" fmla="*/ 8954820 w 9601201"/>
              <a:gd name="connsiteY289" fmla="*/ 3691301 h 4194894"/>
              <a:gd name="connsiteX290" fmla="*/ 8952662 w 9601201"/>
              <a:gd name="connsiteY290" fmla="*/ 3681209 h 4194894"/>
              <a:gd name="connsiteX291" fmla="*/ 8946659 w 9601201"/>
              <a:gd name="connsiteY291" fmla="*/ 3674847 h 4194894"/>
              <a:gd name="connsiteX292" fmla="*/ 8937869 w 9601201"/>
              <a:gd name="connsiteY292" fmla="*/ 3672687 h 4194894"/>
              <a:gd name="connsiteX293" fmla="*/ 8930022 w 9601201"/>
              <a:gd name="connsiteY293" fmla="*/ 3674298 h 4194894"/>
              <a:gd name="connsiteX294" fmla="*/ 8924372 w 9601201"/>
              <a:gd name="connsiteY294" fmla="*/ 3678735 h 4194894"/>
              <a:gd name="connsiteX295" fmla="*/ 8924372 w 9601201"/>
              <a:gd name="connsiteY295" fmla="*/ 3658707 h 4194894"/>
              <a:gd name="connsiteX296" fmla="*/ 8686393 w 9601201"/>
              <a:gd name="connsiteY296" fmla="*/ 3649867 h 4194894"/>
              <a:gd name="connsiteX297" fmla="*/ 8775707 w 9601201"/>
              <a:gd name="connsiteY297" fmla="*/ 3739256 h 4194894"/>
              <a:gd name="connsiteX298" fmla="*/ 8865022 w 9601201"/>
              <a:gd name="connsiteY298" fmla="*/ 3649867 h 4194894"/>
              <a:gd name="connsiteX299" fmla="*/ 8821608 w 9601201"/>
              <a:gd name="connsiteY299" fmla="*/ 3649867 h 4194894"/>
              <a:gd name="connsiteX300" fmla="*/ 8775707 w 9601201"/>
              <a:gd name="connsiteY300" fmla="*/ 3695806 h 4194894"/>
              <a:gd name="connsiteX301" fmla="*/ 8729806 w 9601201"/>
              <a:gd name="connsiteY301" fmla="*/ 3649867 h 4194894"/>
              <a:gd name="connsiteX302" fmla="*/ 0 w 9601201"/>
              <a:gd name="connsiteY302" fmla="*/ 0 h 4194894"/>
              <a:gd name="connsiteX303" fmla="*/ 3649813 w 9601201"/>
              <a:gd name="connsiteY303" fmla="*/ 0 h 4194894"/>
              <a:gd name="connsiteX304" fmla="*/ 5398520 w 9601201"/>
              <a:gd name="connsiteY304" fmla="*/ 0 h 4194894"/>
              <a:gd name="connsiteX305" fmla="*/ 5398520 w 9601201"/>
              <a:gd name="connsiteY305" fmla="*/ 1 h 4194894"/>
              <a:gd name="connsiteX306" fmla="*/ 9601199 w 9601201"/>
              <a:gd name="connsiteY306" fmla="*/ 1 h 4194894"/>
              <a:gd name="connsiteX307" fmla="*/ 9601199 w 9601201"/>
              <a:gd name="connsiteY307" fmla="*/ 0 h 4194894"/>
              <a:gd name="connsiteX308" fmla="*/ 9601200 w 9601201"/>
              <a:gd name="connsiteY308" fmla="*/ 0 h 4194894"/>
              <a:gd name="connsiteX309" fmla="*/ 9601200 w 9601201"/>
              <a:gd name="connsiteY309" fmla="*/ 689694 h 4194894"/>
              <a:gd name="connsiteX310" fmla="*/ 9601201 w 9601201"/>
              <a:gd name="connsiteY310" fmla="*/ 689694 h 4194894"/>
              <a:gd name="connsiteX311" fmla="*/ 9601201 w 9601201"/>
              <a:gd name="connsiteY311" fmla="*/ 3524969 h 4194894"/>
              <a:gd name="connsiteX312" fmla="*/ 9601200 w 9601201"/>
              <a:gd name="connsiteY312" fmla="*/ 3524969 h 4194894"/>
              <a:gd name="connsiteX313" fmla="*/ 9601200 w 9601201"/>
              <a:gd name="connsiteY313" fmla="*/ 4194894 h 4194894"/>
              <a:gd name="connsiteX314" fmla="*/ 4291693 w 9601201"/>
              <a:gd name="connsiteY314" fmla="*/ 4194894 h 4194894"/>
              <a:gd name="connsiteX315" fmla="*/ 4291693 w 9601201"/>
              <a:gd name="connsiteY315" fmla="*/ 4194893 h 4194894"/>
              <a:gd name="connsiteX316" fmla="*/ 0 w 9601201"/>
              <a:gd name="connsiteY316" fmla="*/ 4194893 h 4194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</a:cxnLst>
            <a:rect l="l" t="t" r="r" b="b"/>
            <a:pathLst>
              <a:path w="9601201" h="4194894">
                <a:moveTo>
                  <a:pt x="9102323" y="3803532"/>
                </a:moveTo>
                <a:cubicBezTo>
                  <a:pt x="9111914" y="3803532"/>
                  <a:pt x="9119906" y="3806268"/>
                  <a:pt x="9126300" y="3811738"/>
                </a:cubicBezTo>
                <a:cubicBezTo>
                  <a:pt x="9132695" y="3817212"/>
                  <a:pt x="9135893" y="3824575"/>
                  <a:pt x="9135893" y="3833831"/>
                </a:cubicBezTo>
                <a:lnTo>
                  <a:pt x="9067475" y="3833831"/>
                </a:lnTo>
                <a:cubicBezTo>
                  <a:pt x="9068963" y="3824156"/>
                  <a:pt x="9072855" y="3816684"/>
                  <a:pt x="9079144" y="3811421"/>
                </a:cubicBezTo>
                <a:cubicBezTo>
                  <a:pt x="9085428" y="3806166"/>
                  <a:pt x="9093157" y="3803532"/>
                  <a:pt x="9102323" y="3803532"/>
                </a:cubicBezTo>
                <a:close/>
                <a:moveTo>
                  <a:pt x="8748335" y="3762835"/>
                </a:moveTo>
                <a:lnTo>
                  <a:pt x="8748335" y="3938951"/>
                </a:lnTo>
                <a:lnTo>
                  <a:pt x="8803005" y="3938951"/>
                </a:lnTo>
                <a:lnTo>
                  <a:pt x="8803005" y="3762835"/>
                </a:lnTo>
                <a:close/>
                <a:moveTo>
                  <a:pt x="8816158" y="3762821"/>
                </a:moveTo>
                <a:lnTo>
                  <a:pt x="8879461" y="3938937"/>
                </a:lnTo>
                <a:lnTo>
                  <a:pt x="8946919" y="3938937"/>
                </a:lnTo>
                <a:lnTo>
                  <a:pt x="9010222" y="3762821"/>
                </a:lnTo>
                <a:lnTo>
                  <a:pt x="8952035" y="3762821"/>
                </a:lnTo>
                <a:lnTo>
                  <a:pt x="8913350" y="3888438"/>
                </a:lnTo>
                <a:lnTo>
                  <a:pt x="8874665" y="3762821"/>
                </a:lnTo>
                <a:close/>
                <a:moveTo>
                  <a:pt x="8540867" y="3762808"/>
                </a:moveTo>
                <a:lnTo>
                  <a:pt x="8604171" y="3938922"/>
                </a:lnTo>
                <a:lnTo>
                  <a:pt x="8671629" y="3938923"/>
                </a:lnTo>
                <a:lnTo>
                  <a:pt x="8734931" y="3762808"/>
                </a:lnTo>
                <a:lnTo>
                  <a:pt x="8676744" y="3762808"/>
                </a:lnTo>
                <a:lnTo>
                  <a:pt x="8638059" y="3888424"/>
                </a:lnTo>
                <a:lnTo>
                  <a:pt x="8599374" y="3762808"/>
                </a:lnTo>
                <a:close/>
                <a:moveTo>
                  <a:pt x="9279766" y="3760299"/>
                </a:moveTo>
                <a:cubicBezTo>
                  <a:pt x="9264632" y="3760299"/>
                  <a:pt x="9251580" y="3762720"/>
                  <a:pt x="9240602" y="3767559"/>
                </a:cubicBezTo>
                <a:cubicBezTo>
                  <a:pt x="9229624" y="3772401"/>
                  <a:pt x="9221309" y="3778975"/>
                  <a:pt x="9215667" y="3787284"/>
                </a:cubicBezTo>
                <a:cubicBezTo>
                  <a:pt x="9210014" y="3795599"/>
                  <a:pt x="9207193" y="3804801"/>
                  <a:pt x="9207193" y="3814902"/>
                </a:cubicBezTo>
                <a:cubicBezTo>
                  <a:pt x="9207193" y="3826894"/>
                  <a:pt x="9210281" y="3836417"/>
                  <a:pt x="9216464" y="3843464"/>
                </a:cubicBezTo>
                <a:cubicBezTo>
                  <a:pt x="9222643" y="3850517"/>
                  <a:pt x="9229998" y="3855669"/>
                  <a:pt x="9238523" y="3858930"/>
                </a:cubicBezTo>
                <a:cubicBezTo>
                  <a:pt x="9247046" y="3862194"/>
                  <a:pt x="9257706" y="3865296"/>
                  <a:pt x="9270495" y="3868240"/>
                </a:cubicBezTo>
                <a:cubicBezTo>
                  <a:pt x="9282427" y="3871189"/>
                  <a:pt x="9291062" y="3873873"/>
                  <a:pt x="9296392" y="3876289"/>
                </a:cubicBezTo>
                <a:cubicBezTo>
                  <a:pt x="9301716" y="3878709"/>
                  <a:pt x="9304383" y="3882443"/>
                  <a:pt x="9304383" y="3887492"/>
                </a:cubicBezTo>
                <a:cubicBezTo>
                  <a:pt x="9304383" y="3891705"/>
                  <a:pt x="9302516" y="3895122"/>
                  <a:pt x="9298790" y="3897750"/>
                </a:cubicBezTo>
                <a:cubicBezTo>
                  <a:pt x="9295058" y="3900384"/>
                  <a:pt x="9289782" y="3901697"/>
                  <a:pt x="9282965" y="3901697"/>
                </a:cubicBezTo>
                <a:cubicBezTo>
                  <a:pt x="9275500" y="3901697"/>
                  <a:pt x="9269216" y="3899803"/>
                  <a:pt x="9264101" y="3896015"/>
                </a:cubicBezTo>
                <a:cubicBezTo>
                  <a:pt x="9258985" y="3892228"/>
                  <a:pt x="9256109" y="3887286"/>
                  <a:pt x="9255468" y="3881181"/>
                </a:cubicBezTo>
                <a:lnTo>
                  <a:pt x="9201439" y="3881181"/>
                </a:lnTo>
                <a:cubicBezTo>
                  <a:pt x="9202289" y="3892543"/>
                  <a:pt x="9206233" y="3902800"/>
                  <a:pt x="9213267" y="3911954"/>
                </a:cubicBezTo>
                <a:cubicBezTo>
                  <a:pt x="9220300" y="3921107"/>
                  <a:pt x="9229893" y="3928316"/>
                  <a:pt x="9242041" y="3933574"/>
                </a:cubicBezTo>
                <a:cubicBezTo>
                  <a:pt x="9254189" y="3938836"/>
                  <a:pt x="9268042" y="3941464"/>
                  <a:pt x="9283602" y="3941464"/>
                </a:cubicBezTo>
                <a:cubicBezTo>
                  <a:pt x="9298096" y="3941464"/>
                  <a:pt x="9310827" y="3939147"/>
                  <a:pt x="9321810" y="3934521"/>
                </a:cubicBezTo>
                <a:cubicBezTo>
                  <a:pt x="9332783" y="3929894"/>
                  <a:pt x="9341201" y="3923529"/>
                  <a:pt x="9347064" y="3915425"/>
                </a:cubicBezTo>
                <a:cubicBezTo>
                  <a:pt x="9352925" y="3907327"/>
                  <a:pt x="9355857" y="3898120"/>
                  <a:pt x="9355857" y="3887810"/>
                </a:cubicBezTo>
                <a:cubicBezTo>
                  <a:pt x="9355642" y="3875607"/>
                  <a:pt x="9352392" y="3865873"/>
                  <a:pt x="9346108" y="3858614"/>
                </a:cubicBezTo>
                <a:cubicBezTo>
                  <a:pt x="9339817" y="3851355"/>
                  <a:pt x="9332518" y="3846097"/>
                  <a:pt x="9324207" y="3842833"/>
                </a:cubicBezTo>
                <a:cubicBezTo>
                  <a:pt x="9315893" y="3839573"/>
                  <a:pt x="9305129" y="3836259"/>
                  <a:pt x="9291917" y="3832891"/>
                </a:cubicBezTo>
                <a:cubicBezTo>
                  <a:pt x="9280407" y="3830366"/>
                  <a:pt x="9271934" y="3827841"/>
                  <a:pt x="9266499" y="3825316"/>
                </a:cubicBezTo>
                <a:cubicBezTo>
                  <a:pt x="9261064" y="3822791"/>
                  <a:pt x="9258348" y="3819004"/>
                  <a:pt x="9258348" y="3813953"/>
                </a:cubicBezTo>
                <a:cubicBezTo>
                  <a:pt x="9258348" y="3809747"/>
                  <a:pt x="9260049" y="3806432"/>
                  <a:pt x="9263462" y="3804012"/>
                </a:cubicBezTo>
                <a:cubicBezTo>
                  <a:pt x="9266867" y="3801595"/>
                  <a:pt x="9271774" y="3800383"/>
                  <a:pt x="9278169" y="3800383"/>
                </a:cubicBezTo>
                <a:cubicBezTo>
                  <a:pt x="9285627" y="3800383"/>
                  <a:pt x="9291647" y="3802173"/>
                  <a:pt x="9296232" y="3805747"/>
                </a:cubicBezTo>
                <a:cubicBezTo>
                  <a:pt x="9300814" y="3809328"/>
                  <a:pt x="9303532" y="3814166"/>
                  <a:pt x="9304383" y="3820266"/>
                </a:cubicBezTo>
                <a:lnTo>
                  <a:pt x="9354897" y="3820266"/>
                </a:lnTo>
                <a:cubicBezTo>
                  <a:pt x="9352981" y="3802173"/>
                  <a:pt x="9345571" y="3787655"/>
                  <a:pt x="9332678" y="3776712"/>
                </a:cubicBezTo>
                <a:cubicBezTo>
                  <a:pt x="9319780" y="3765773"/>
                  <a:pt x="9302148" y="3760299"/>
                  <a:pt x="9279766" y="3760299"/>
                </a:cubicBezTo>
                <a:close/>
                <a:moveTo>
                  <a:pt x="9102961" y="3760292"/>
                </a:moveTo>
                <a:cubicBezTo>
                  <a:pt x="9085270" y="3760292"/>
                  <a:pt x="9069603" y="3763976"/>
                  <a:pt x="9055965" y="3771338"/>
                </a:cubicBezTo>
                <a:cubicBezTo>
                  <a:pt x="9042324" y="3778707"/>
                  <a:pt x="9031716" y="3789225"/>
                  <a:pt x="9024153" y="3802900"/>
                </a:cubicBezTo>
                <a:cubicBezTo>
                  <a:pt x="9016587" y="3816581"/>
                  <a:pt x="9012805" y="3832568"/>
                  <a:pt x="9012805" y="3850874"/>
                </a:cubicBezTo>
                <a:cubicBezTo>
                  <a:pt x="9012805" y="3869181"/>
                  <a:pt x="9016642" y="3885174"/>
                  <a:pt x="9024315" y="3898849"/>
                </a:cubicBezTo>
                <a:cubicBezTo>
                  <a:pt x="9031989" y="3912528"/>
                  <a:pt x="9042642" y="3923047"/>
                  <a:pt x="9056284" y="3930411"/>
                </a:cubicBezTo>
                <a:cubicBezTo>
                  <a:pt x="9069923" y="3937778"/>
                  <a:pt x="9085484" y="3941458"/>
                  <a:pt x="9102961" y="3941458"/>
                </a:cubicBezTo>
                <a:cubicBezTo>
                  <a:pt x="9117455" y="3941458"/>
                  <a:pt x="9130563" y="3938829"/>
                  <a:pt x="9142288" y="3933568"/>
                </a:cubicBezTo>
                <a:cubicBezTo>
                  <a:pt x="9154006" y="3928310"/>
                  <a:pt x="9163759" y="3921050"/>
                  <a:pt x="9171539" y="3911788"/>
                </a:cubicBezTo>
                <a:cubicBezTo>
                  <a:pt x="9179319" y="3902532"/>
                  <a:pt x="9184699" y="3892117"/>
                  <a:pt x="9187686" y="3880543"/>
                </a:cubicBezTo>
                <a:lnTo>
                  <a:pt x="9129499" y="3880543"/>
                </a:lnTo>
                <a:cubicBezTo>
                  <a:pt x="9124169" y="3891905"/>
                  <a:pt x="9114683" y="3897585"/>
                  <a:pt x="9101044" y="3897585"/>
                </a:cubicBezTo>
                <a:cubicBezTo>
                  <a:pt x="9091877" y="3897585"/>
                  <a:pt x="9084150" y="3894696"/>
                  <a:pt x="9077865" y="3888907"/>
                </a:cubicBezTo>
                <a:cubicBezTo>
                  <a:pt x="9071575" y="3883121"/>
                  <a:pt x="9068005" y="3874758"/>
                  <a:pt x="9067155" y="3863814"/>
                </a:cubicBezTo>
                <a:lnTo>
                  <a:pt x="9190882" y="3863814"/>
                </a:lnTo>
                <a:cubicBezTo>
                  <a:pt x="9191522" y="3858347"/>
                  <a:pt x="9191841" y="3853084"/>
                  <a:pt x="9191841" y="3848035"/>
                </a:cubicBezTo>
                <a:cubicBezTo>
                  <a:pt x="9191841" y="3830359"/>
                  <a:pt x="9188055" y="3814894"/>
                  <a:pt x="9180491" y="3801638"/>
                </a:cubicBezTo>
                <a:cubicBezTo>
                  <a:pt x="9172925" y="3788381"/>
                  <a:pt x="9162428" y="3778178"/>
                  <a:pt x="9149001" y="3771023"/>
                </a:cubicBezTo>
                <a:cubicBezTo>
                  <a:pt x="9135574" y="3763872"/>
                  <a:pt x="9120228" y="3760292"/>
                  <a:pt x="9102961" y="3760292"/>
                </a:cubicBezTo>
                <a:close/>
                <a:moveTo>
                  <a:pt x="9032051" y="3682268"/>
                </a:moveTo>
                <a:cubicBezTo>
                  <a:pt x="9034092" y="3682268"/>
                  <a:pt x="9036001" y="3682778"/>
                  <a:pt x="9037781" y="3683799"/>
                </a:cubicBezTo>
                <a:cubicBezTo>
                  <a:pt x="9039558" y="3684820"/>
                  <a:pt x="9040970" y="3686287"/>
                  <a:pt x="9042017" y="3688197"/>
                </a:cubicBezTo>
                <a:cubicBezTo>
                  <a:pt x="9043064" y="3690109"/>
                  <a:pt x="9043587" y="3692400"/>
                  <a:pt x="9043587" y="3695070"/>
                </a:cubicBezTo>
                <a:cubicBezTo>
                  <a:pt x="9043587" y="3697740"/>
                  <a:pt x="9043064" y="3700032"/>
                  <a:pt x="9042017" y="3701942"/>
                </a:cubicBezTo>
                <a:cubicBezTo>
                  <a:pt x="9040970" y="3703854"/>
                  <a:pt x="9039558" y="3705320"/>
                  <a:pt x="9037781" y="3706340"/>
                </a:cubicBezTo>
                <a:cubicBezTo>
                  <a:pt x="9036001" y="3707362"/>
                  <a:pt x="9034092" y="3707872"/>
                  <a:pt x="9032051" y="3707872"/>
                </a:cubicBezTo>
                <a:cubicBezTo>
                  <a:pt x="9030062" y="3707872"/>
                  <a:pt x="9028191" y="3707349"/>
                  <a:pt x="9026440" y="3706302"/>
                </a:cubicBezTo>
                <a:cubicBezTo>
                  <a:pt x="9024686" y="3705254"/>
                  <a:pt x="9023274" y="3703749"/>
                  <a:pt x="9022202" y="3701785"/>
                </a:cubicBezTo>
                <a:cubicBezTo>
                  <a:pt x="9021129" y="3699822"/>
                  <a:pt x="9020594" y="3697531"/>
                  <a:pt x="9020594" y="3694913"/>
                </a:cubicBezTo>
                <a:cubicBezTo>
                  <a:pt x="9020594" y="3692296"/>
                  <a:pt x="9021129" y="3690031"/>
                  <a:pt x="9022202" y="3688119"/>
                </a:cubicBezTo>
                <a:cubicBezTo>
                  <a:pt x="9023274" y="3686208"/>
                  <a:pt x="9024675" y="3684756"/>
                  <a:pt x="9026400" y="3683760"/>
                </a:cubicBezTo>
                <a:cubicBezTo>
                  <a:pt x="9028128" y="3682765"/>
                  <a:pt x="9030011" y="3682268"/>
                  <a:pt x="9032051" y="3682268"/>
                </a:cubicBezTo>
                <a:close/>
                <a:moveTo>
                  <a:pt x="9315846" y="3682192"/>
                </a:moveTo>
                <a:cubicBezTo>
                  <a:pt x="9318984" y="3682192"/>
                  <a:pt x="9321639" y="3683306"/>
                  <a:pt x="9323811" y="3685531"/>
                </a:cubicBezTo>
                <a:cubicBezTo>
                  <a:pt x="9325981" y="3687757"/>
                  <a:pt x="9327067" y="3690938"/>
                  <a:pt x="9327067" y="3695073"/>
                </a:cubicBezTo>
                <a:cubicBezTo>
                  <a:pt x="9327067" y="3697849"/>
                  <a:pt x="9326543" y="3700206"/>
                  <a:pt x="9325499" y="3702142"/>
                </a:cubicBezTo>
                <a:cubicBezTo>
                  <a:pt x="9324451" y="3704080"/>
                  <a:pt x="9323051" y="3705533"/>
                  <a:pt x="9321300" y="3706501"/>
                </a:cubicBezTo>
                <a:cubicBezTo>
                  <a:pt x="9319546" y="3707470"/>
                  <a:pt x="9317676" y="3707954"/>
                  <a:pt x="9315688" y="3707954"/>
                </a:cubicBezTo>
                <a:cubicBezTo>
                  <a:pt x="9312549" y="3707954"/>
                  <a:pt x="9309946" y="3706843"/>
                  <a:pt x="9307879" y="3704616"/>
                </a:cubicBezTo>
                <a:cubicBezTo>
                  <a:pt x="9305812" y="3702392"/>
                  <a:pt x="9304780" y="3699210"/>
                  <a:pt x="9304780" y="3695073"/>
                </a:cubicBezTo>
                <a:cubicBezTo>
                  <a:pt x="9304780" y="3690938"/>
                  <a:pt x="9305840" y="3687757"/>
                  <a:pt x="9307958" y="3685531"/>
                </a:cubicBezTo>
                <a:cubicBezTo>
                  <a:pt x="9310077" y="3683306"/>
                  <a:pt x="9312707" y="3682192"/>
                  <a:pt x="9315846" y="3682192"/>
                </a:cubicBezTo>
                <a:close/>
                <a:moveTo>
                  <a:pt x="9267344" y="3682192"/>
                </a:moveTo>
                <a:cubicBezTo>
                  <a:pt x="9270482" y="3682192"/>
                  <a:pt x="9273137" y="3683306"/>
                  <a:pt x="9275309" y="3685531"/>
                </a:cubicBezTo>
                <a:cubicBezTo>
                  <a:pt x="9277479" y="3687757"/>
                  <a:pt x="9278565" y="3690938"/>
                  <a:pt x="9278565" y="3695073"/>
                </a:cubicBezTo>
                <a:cubicBezTo>
                  <a:pt x="9278565" y="3697849"/>
                  <a:pt x="9278041" y="3700206"/>
                  <a:pt x="9276997" y="3702142"/>
                </a:cubicBezTo>
                <a:cubicBezTo>
                  <a:pt x="9275949" y="3704080"/>
                  <a:pt x="9274549" y="3705533"/>
                  <a:pt x="9272798" y="3706501"/>
                </a:cubicBezTo>
                <a:cubicBezTo>
                  <a:pt x="9271045" y="3707470"/>
                  <a:pt x="9269174" y="3707954"/>
                  <a:pt x="9267186" y="3707954"/>
                </a:cubicBezTo>
                <a:cubicBezTo>
                  <a:pt x="9264047" y="3707954"/>
                  <a:pt x="9261444" y="3706843"/>
                  <a:pt x="9259377" y="3704616"/>
                </a:cubicBezTo>
                <a:cubicBezTo>
                  <a:pt x="9257310" y="3702392"/>
                  <a:pt x="9256278" y="3699210"/>
                  <a:pt x="9256278" y="3695073"/>
                </a:cubicBezTo>
                <a:cubicBezTo>
                  <a:pt x="9256278" y="3690938"/>
                  <a:pt x="9257338" y="3687757"/>
                  <a:pt x="9259456" y="3685531"/>
                </a:cubicBezTo>
                <a:cubicBezTo>
                  <a:pt x="9261575" y="3683306"/>
                  <a:pt x="9264205" y="3682192"/>
                  <a:pt x="9267344" y="3682192"/>
                </a:cubicBezTo>
                <a:close/>
                <a:moveTo>
                  <a:pt x="8983155" y="3682192"/>
                </a:moveTo>
                <a:cubicBezTo>
                  <a:pt x="8986295" y="3682192"/>
                  <a:pt x="8988949" y="3683306"/>
                  <a:pt x="8991121" y="3685531"/>
                </a:cubicBezTo>
                <a:cubicBezTo>
                  <a:pt x="8993291" y="3687757"/>
                  <a:pt x="8994378" y="3690938"/>
                  <a:pt x="8994378" y="3695073"/>
                </a:cubicBezTo>
                <a:cubicBezTo>
                  <a:pt x="8994378" y="3697849"/>
                  <a:pt x="8993853" y="3700206"/>
                  <a:pt x="8992808" y="3702142"/>
                </a:cubicBezTo>
                <a:cubicBezTo>
                  <a:pt x="8991761" y="3704080"/>
                  <a:pt x="8990361" y="3705533"/>
                  <a:pt x="8988610" y="3706501"/>
                </a:cubicBezTo>
                <a:cubicBezTo>
                  <a:pt x="8986856" y="3707470"/>
                  <a:pt x="8984986" y="3707954"/>
                  <a:pt x="8982998" y="3707954"/>
                </a:cubicBezTo>
                <a:cubicBezTo>
                  <a:pt x="8979859" y="3707954"/>
                  <a:pt x="8977256" y="3706843"/>
                  <a:pt x="8975190" y="3704616"/>
                </a:cubicBezTo>
                <a:cubicBezTo>
                  <a:pt x="8973122" y="3702392"/>
                  <a:pt x="8972090" y="3699210"/>
                  <a:pt x="8972090" y="3695073"/>
                </a:cubicBezTo>
                <a:cubicBezTo>
                  <a:pt x="8972090" y="3690938"/>
                  <a:pt x="8973150" y="3687757"/>
                  <a:pt x="8975269" y="3685531"/>
                </a:cubicBezTo>
                <a:cubicBezTo>
                  <a:pt x="8977387" y="3683306"/>
                  <a:pt x="8980017" y="3682192"/>
                  <a:pt x="8983155" y="3682192"/>
                </a:cubicBezTo>
                <a:close/>
                <a:moveTo>
                  <a:pt x="9082514" y="3681641"/>
                </a:moveTo>
                <a:cubicBezTo>
                  <a:pt x="9085391" y="3681641"/>
                  <a:pt x="9087824" y="3682493"/>
                  <a:pt x="9089813" y="3684193"/>
                </a:cubicBezTo>
                <a:cubicBezTo>
                  <a:pt x="9091802" y="3685896"/>
                  <a:pt x="9092821" y="3688160"/>
                  <a:pt x="9092874" y="3690987"/>
                </a:cubicBezTo>
                <a:lnTo>
                  <a:pt x="9072235" y="3690987"/>
                </a:lnTo>
                <a:cubicBezTo>
                  <a:pt x="9072653" y="3688056"/>
                  <a:pt x="9073790" y="3685765"/>
                  <a:pt x="9075648" y="3684115"/>
                </a:cubicBezTo>
                <a:cubicBezTo>
                  <a:pt x="9077505" y="3682466"/>
                  <a:pt x="9079793" y="3681641"/>
                  <a:pt x="9082514" y="3681641"/>
                </a:cubicBezTo>
                <a:close/>
                <a:moveTo>
                  <a:pt x="9316001" y="3672611"/>
                </a:moveTo>
                <a:cubicBezTo>
                  <a:pt x="9311816" y="3672611"/>
                  <a:pt x="9308023" y="3673541"/>
                  <a:pt x="9304623" y="3675399"/>
                </a:cubicBezTo>
                <a:cubicBezTo>
                  <a:pt x="9301221" y="3677257"/>
                  <a:pt x="9298541" y="3679889"/>
                  <a:pt x="9296579" y="3683293"/>
                </a:cubicBezTo>
                <a:cubicBezTo>
                  <a:pt x="9294618" y="3686696"/>
                  <a:pt x="9293637" y="3690623"/>
                  <a:pt x="9293637" y="3695073"/>
                </a:cubicBezTo>
                <a:cubicBezTo>
                  <a:pt x="9293637" y="3699524"/>
                  <a:pt x="9294590" y="3703452"/>
                  <a:pt x="9296501" y="3706855"/>
                </a:cubicBezTo>
                <a:cubicBezTo>
                  <a:pt x="9298410" y="3710259"/>
                  <a:pt x="9301040" y="3712890"/>
                  <a:pt x="9304387" y="3714748"/>
                </a:cubicBezTo>
                <a:cubicBezTo>
                  <a:pt x="9307735" y="3716607"/>
                  <a:pt x="9311502" y="3717537"/>
                  <a:pt x="9315688" y="3717537"/>
                </a:cubicBezTo>
                <a:cubicBezTo>
                  <a:pt x="9319926" y="3717537"/>
                  <a:pt x="9323758" y="3716607"/>
                  <a:pt x="9327185" y="3714748"/>
                </a:cubicBezTo>
                <a:cubicBezTo>
                  <a:pt x="9330611" y="3712890"/>
                  <a:pt x="9333333" y="3710259"/>
                  <a:pt x="9335347" y="3706855"/>
                </a:cubicBezTo>
                <a:cubicBezTo>
                  <a:pt x="9337361" y="3703452"/>
                  <a:pt x="9338368" y="3699524"/>
                  <a:pt x="9338368" y="3695073"/>
                </a:cubicBezTo>
                <a:cubicBezTo>
                  <a:pt x="9338368" y="3690623"/>
                  <a:pt x="9337387" y="3686696"/>
                  <a:pt x="9335425" y="3683293"/>
                </a:cubicBezTo>
                <a:cubicBezTo>
                  <a:pt x="9333464" y="3679889"/>
                  <a:pt x="9330782" y="3677257"/>
                  <a:pt x="9327382" y="3675399"/>
                </a:cubicBezTo>
                <a:cubicBezTo>
                  <a:pt x="9323980" y="3673541"/>
                  <a:pt x="9320188" y="3672611"/>
                  <a:pt x="9316001" y="3672611"/>
                </a:cubicBezTo>
                <a:close/>
                <a:moveTo>
                  <a:pt x="9267500" y="3672611"/>
                </a:moveTo>
                <a:cubicBezTo>
                  <a:pt x="9263314" y="3672611"/>
                  <a:pt x="9259521" y="3673541"/>
                  <a:pt x="9256122" y="3675399"/>
                </a:cubicBezTo>
                <a:cubicBezTo>
                  <a:pt x="9252719" y="3677257"/>
                  <a:pt x="9250039" y="3679889"/>
                  <a:pt x="9248077" y="3683293"/>
                </a:cubicBezTo>
                <a:cubicBezTo>
                  <a:pt x="9246116" y="3686696"/>
                  <a:pt x="9245134" y="3690623"/>
                  <a:pt x="9245134" y="3695073"/>
                </a:cubicBezTo>
                <a:cubicBezTo>
                  <a:pt x="9245134" y="3699524"/>
                  <a:pt x="9246088" y="3703452"/>
                  <a:pt x="9247999" y="3706855"/>
                </a:cubicBezTo>
                <a:cubicBezTo>
                  <a:pt x="9249908" y="3710259"/>
                  <a:pt x="9252538" y="3712890"/>
                  <a:pt x="9255885" y="3714748"/>
                </a:cubicBezTo>
                <a:cubicBezTo>
                  <a:pt x="9259233" y="3716607"/>
                  <a:pt x="9263000" y="3717537"/>
                  <a:pt x="9267186" y="3717537"/>
                </a:cubicBezTo>
                <a:cubicBezTo>
                  <a:pt x="9271425" y="3717537"/>
                  <a:pt x="9275256" y="3716607"/>
                  <a:pt x="9278683" y="3714748"/>
                </a:cubicBezTo>
                <a:cubicBezTo>
                  <a:pt x="9282109" y="3712890"/>
                  <a:pt x="9284831" y="3710259"/>
                  <a:pt x="9286845" y="3706855"/>
                </a:cubicBezTo>
                <a:cubicBezTo>
                  <a:pt x="9288859" y="3703452"/>
                  <a:pt x="9289866" y="3699524"/>
                  <a:pt x="9289866" y="3695073"/>
                </a:cubicBezTo>
                <a:cubicBezTo>
                  <a:pt x="9289866" y="3690623"/>
                  <a:pt x="9288886" y="3686696"/>
                  <a:pt x="9286923" y="3683293"/>
                </a:cubicBezTo>
                <a:cubicBezTo>
                  <a:pt x="9284962" y="3679889"/>
                  <a:pt x="9282280" y="3677257"/>
                  <a:pt x="9278880" y="3675399"/>
                </a:cubicBezTo>
                <a:cubicBezTo>
                  <a:pt x="9275478" y="3673541"/>
                  <a:pt x="9271686" y="3672611"/>
                  <a:pt x="9267500" y="3672611"/>
                </a:cubicBezTo>
                <a:close/>
                <a:moveTo>
                  <a:pt x="9126543" y="3672611"/>
                </a:moveTo>
                <a:cubicBezTo>
                  <a:pt x="9123037" y="3672611"/>
                  <a:pt x="9119990" y="3673189"/>
                  <a:pt x="9117400" y="3674339"/>
                </a:cubicBezTo>
                <a:cubicBezTo>
                  <a:pt x="9114810" y="3675491"/>
                  <a:pt x="9112822" y="3677062"/>
                  <a:pt x="9111436" y="3679053"/>
                </a:cubicBezTo>
                <a:cubicBezTo>
                  <a:pt x="9110049" y="3681043"/>
                  <a:pt x="9109356" y="3683241"/>
                  <a:pt x="9109356" y="3685650"/>
                </a:cubicBezTo>
                <a:cubicBezTo>
                  <a:pt x="9109356" y="3688583"/>
                  <a:pt x="9110101" y="3690912"/>
                  <a:pt x="9111592" y="3692640"/>
                </a:cubicBezTo>
                <a:cubicBezTo>
                  <a:pt x="9113085" y="3694367"/>
                  <a:pt x="9114861" y="3695651"/>
                  <a:pt x="9116929" y="3696488"/>
                </a:cubicBezTo>
                <a:cubicBezTo>
                  <a:pt x="9118996" y="3697327"/>
                  <a:pt x="9121649" y="3698138"/>
                  <a:pt x="9124894" y="3698923"/>
                </a:cubicBezTo>
                <a:cubicBezTo>
                  <a:pt x="9128033" y="3699761"/>
                  <a:pt x="9130322" y="3700533"/>
                  <a:pt x="9131760" y="3701240"/>
                </a:cubicBezTo>
                <a:cubicBezTo>
                  <a:pt x="9133198" y="3701947"/>
                  <a:pt x="9133919" y="3703007"/>
                  <a:pt x="9133919" y="3704421"/>
                </a:cubicBezTo>
                <a:cubicBezTo>
                  <a:pt x="9133919" y="3705730"/>
                  <a:pt x="9133330" y="3706804"/>
                  <a:pt x="9132154" y="3707641"/>
                </a:cubicBezTo>
                <a:cubicBezTo>
                  <a:pt x="9130976" y="3708480"/>
                  <a:pt x="9129341" y="3708898"/>
                  <a:pt x="9127247" y="3708898"/>
                </a:cubicBezTo>
                <a:cubicBezTo>
                  <a:pt x="9125102" y="3708898"/>
                  <a:pt x="9123311" y="3708349"/>
                  <a:pt x="9121873" y="3707248"/>
                </a:cubicBezTo>
                <a:cubicBezTo>
                  <a:pt x="9120432" y="3706148"/>
                  <a:pt x="9119609" y="3704763"/>
                  <a:pt x="9119401" y="3703086"/>
                </a:cubicBezTo>
                <a:lnTo>
                  <a:pt x="9108336" y="3703086"/>
                </a:lnTo>
                <a:cubicBezTo>
                  <a:pt x="9108494" y="3705756"/>
                  <a:pt x="9109395" y="3708191"/>
                  <a:pt x="9111044" y="3710391"/>
                </a:cubicBezTo>
                <a:cubicBezTo>
                  <a:pt x="9112691" y="3712590"/>
                  <a:pt x="9114928" y="3714330"/>
                  <a:pt x="9117752" y="3715613"/>
                </a:cubicBezTo>
                <a:cubicBezTo>
                  <a:pt x="9120579" y="3716896"/>
                  <a:pt x="9123769" y="3717537"/>
                  <a:pt x="9127327" y="3717537"/>
                </a:cubicBezTo>
                <a:cubicBezTo>
                  <a:pt x="9130779" y="3717537"/>
                  <a:pt x="9133801" y="3716974"/>
                  <a:pt x="9136391" y="3715849"/>
                </a:cubicBezTo>
                <a:cubicBezTo>
                  <a:pt x="9138981" y="3714724"/>
                  <a:pt x="9140968" y="3713167"/>
                  <a:pt x="9142355" y="3711176"/>
                </a:cubicBezTo>
                <a:cubicBezTo>
                  <a:pt x="9143740" y="3709186"/>
                  <a:pt x="9144434" y="3706934"/>
                  <a:pt x="9144434" y="3704421"/>
                </a:cubicBezTo>
                <a:cubicBezTo>
                  <a:pt x="9144382" y="3701542"/>
                  <a:pt x="9143611" y="3699225"/>
                  <a:pt x="9142120" y="3697471"/>
                </a:cubicBezTo>
                <a:cubicBezTo>
                  <a:pt x="9140629" y="3695716"/>
                  <a:pt x="9138862" y="3694420"/>
                  <a:pt x="9136822" y="3693582"/>
                </a:cubicBezTo>
                <a:cubicBezTo>
                  <a:pt x="9134781" y="3692745"/>
                  <a:pt x="9132193" y="3691933"/>
                  <a:pt x="9129053" y="3691148"/>
                </a:cubicBezTo>
                <a:cubicBezTo>
                  <a:pt x="9125965" y="3690362"/>
                  <a:pt x="9123690" y="3689590"/>
                  <a:pt x="9122225" y="3688830"/>
                </a:cubicBezTo>
                <a:cubicBezTo>
                  <a:pt x="9120760" y="3688072"/>
                  <a:pt x="9120029" y="3686959"/>
                  <a:pt x="9120029" y="3685492"/>
                </a:cubicBezTo>
                <a:cubicBezTo>
                  <a:pt x="9120029" y="3684184"/>
                  <a:pt x="9120564" y="3683163"/>
                  <a:pt x="9121638" y="3682429"/>
                </a:cubicBezTo>
                <a:cubicBezTo>
                  <a:pt x="9122709" y="3681697"/>
                  <a:pt x="9124239" y="3681330"/>
                  <a:pt x="9126227" y="3681330"/>
                </a:cubicBezTo>
                <a:cubicBezTo>
                  <a:pt x="9128373" y="3681330"/>
                  <a:pt x="9130085" y="3681841"/>
                  <a:pt x="9131368" y="3682862"/>
                </a:cubicBezTo>
                <a:cubicBezTo>
                  <a:pt x="9132649" y="3683883"/>
                  <a:pt x="9133369" y="3685256"/>
                  <a:pt x="9133526" y="3686984"/>
                </a:cubicBezTo>
                <a:lnTo>
                  <a:pt x="9144042" y="3686984"/>
                </a:lnTo>
                <a:cubicBezTo>
                  <a:pt x="9143729" y="3682587"/>
                  <a:pt x="9142028" y="3679091"/>
                  <a:pt x="9138941" y="3676499"/>
                </a:cubicBezTo>
                <a:cubicBezTo>
                  <a:pt x="9135854" y="3673907"/>
                  <a:pt x="9131722" y="3672611"/>
                  <a:pt x="9126543" y="3672611"/>
                </a:cubicBezTo>
                <a:close/>
                <a:moveTo>
                  <a:pt x="8983312" y="3672611"/>
                </a:moveTo>
                <a:cubicBezTo>
                  <a:pt x="8979126" y="3672611"/>
                  <a:pt x="8975333" y="3673541"/>
                  <a:pt x="8971933" y="3675399"/>
                </a:cubicBezTo>
                <a:cubicBezTo>
                  <a:pt x="8968531" y="3677257"/>
                  <a:pt x="8965851" y="3679889"/>
                  <a:pt x="8963889" y="3683293"/>
                </a:cubicBezTo>
                <a:cubicBezTo>
                  <a:pt x="8961928" y="3686696"/>
                  <a:pt x="8960946" y="3690623"/>
                  <a:pt x="8960946" y="3695073"/>
                </a:cubicBezTo>
                <a:cubicBezTo>
                  <a:pt x="8960946" y="3699524"/>
                  <a:pt x="8961900" y="3703452"/>
                  <a:pt x="8963811" y="3706855"/>
                </a:cubicBezTo>
                <a:cubicBezTo>
                  <a:pt x="8965720" y="3710259"/>
                  <a:pt x="8968350" y="3712890"/>
                  <a:pt x="8971698" y="3714748"/>
                </a:cubicBezTo>
                <a:cubicBezTo>
                  <a:pt x="8975046" y="3716607"/>
                  <a:pt x="8978812" y="3717537"/>
                  <a:pt x="8982998" y="3717537"/>
                </a:cubicBezTo>
                <a:cubicBezTo>
                  <a:pt x="8987236" y="3717537"/>
                  <a:pt x="8991067" y="3716607"/>
                  <a:pt x="8994495" y="3714748"/>
                </a:cubicBezTo>
                <a:cubicBezTo>
                  <a:pt x="8997921" y="3712890"/>
                  <a:pt x="9000642" y="3710259"/>
                  <a:pt x="9002657" y="3706855"/>
                </a:cubicBezTo>
                <a:cubicBezTo>
                  <a:pt x="9004671" y="3703452"/>
                  <a:pt x="9005678" y="3699524"/>
                  <a:pt x="9005678" y="3695073"/>
                </a:cubicBezTo>
                <a:cubicBezTo>
                  <a:pt x="9005678" y="3690623"/>
                  <a:pt x="9004698" y="3686696"/>
                  <a:pt x="9002735" y="3683293"/>
                </a:cubicBezTo>
                <a:cubicBezTo>
                  <a:pt x="9000773" y="3679889"/>
                  <a:pt x="8998092" y="3677257"/>
                  <a:pt x="8994692" y="3675399"/>
                </a:cubicBezTo>
                <a:cubicBezTo>
                  <a:pt x="8991290" y="3673541"/>
                  <a:pt x="8987498" y="3672611"/>
                  <a:pt x="8983312" y="3672611"/>
                </a:cubicBezTo>
                <a:close/>
                <a:moveTo>
                  <a:pt x="9082829" y="3672609"/>
                </a:moveTo>
                <a:cubicBezTo>
                  <a:pt x="9078539" y="3672609"/>
                  <a:pt x="9074747" y="3673525"/>
                  <a:pt x="9071449" y="3675357"/>
                </a:cubicBezTo>
                <a:cubicBezTo>
                  <a:pt x="9068154" y="3677191"/>
                  <a:pt x="9065590" y="3679809"/>
                  <a:pt x="9063758" y="3683212"/>
                </a:cubicBezTo>
                <a:cubicBezTo>
                  <a:pt x="9061928" y="3686617"/>
                  <a:pt x="9061013" y="3690570"/>
                  <a:pt x="9061013" y="3695072"/>
                </a:cubicBezTo>
                <a:cubicBezTo>
                  <a:pt x="9061013" y="3699523"/>
                  <a:pt x="9061941" y="3703450"/>
                  <a:pt x="9063797" y="3706854"/>
                </a:cubicBezTo>
                <a:cubicBezTo>
                  <a:pt x="9065655" y="3710257"/>
                  <a:pt x="9068245" y="3712889"/>
                  <a:pt x="9071567" y="3714746"/>
                </a:cubicBezTo>
                <a:cubicBezTo>
                  <a:pt x="9074889" y="3716606"/>
                  <a:pt x="9078642" y="3717535"/>
                  <a:pt x="9082829" y="3717535"/>
                </a:cubicBezTo>
                <a:cubicBezTo>
                  <a:pt x="9088007" y="3717535"/>
                  <a:pt x="9092375" y="3716188"/>
                  <a:pt x="9095935" y="3713490"/>
                </a:cubicBezTo>
                <a:cubicBezTo>
                  <a:pt x="9099491" y="3710794"/>
                  <a:pt x="9101899" y="3707351"/>
                  <a:pt x="9103153" y="3703162"/>
                </a:cubicBezTo>
                <a:lnTo>
                  <a:pt x="9091304" y="3703162"/>
                </a:lnTo>
                <a:cubicBezTo>
                  <a:pt x="9089577" y="3706670"/>
                  <a:pt x="9086674" y="3708424"/>
                  <a:pt x="9082593" y="3708424"/>
                </a:cubicBezTo>
                <a:cubicBezTo>
                  <a:pt x="9079769" y="3708424"/>
                  <a:pt x="9077387" y="3707534"/>
                  <a:pt x="9075451" y="3705753"/>
                </a:cubicBezTo>
                <a:cubicBezTo>
                  <a:pt x="9073516" y="3703974"/>
                  <a:pt x="9072417" y="3701512"/>
                  <a:pt x="9072156" y="3698370"/>
                </a:cubicBezTo>
                <a:lnTo>
                  <a:pt x="9103939" y="3698370"/>
                </a:lnTo>
                <a:cubicBezTo>
                  <a:pt x="9104148" y="3697113"/>
                  <a:pt x="9104253" y="3695700"/>
                  <a:pt x="9104253" y="3694129"/>
                </a:cubicBezTo>
                <a:cubicBezTo>
                  <a:pt x="9104253" y="3689888"/>
                  <a:pt x="9103350" y="3686131"/>
                  <a:pt x="9101544" y="3682859"/>
                </a:cubicBezTo>
                <a:cubicBezTo>
                  <a:pt x="9099740" y="3679587"/>
                  <a:pt x="9097202" y="3677060"/>
                  <a:pt x="9093934" y="3675280"/>
                </a:cubicBezTo>
                <a:cubicBezTo>
                  <a:pt x="9090663" y="3673500"/>
                  <a:pt x="9086961" y="3672609"/>
                  <a:pt x="9082829" y="3672609"/>
                </a:cubicBezTo>
                <a:close/>
                <a:moveTo>
                  <a:pt x="9170571" y="3672608"/>
                </a:moveTo>
                <a:cubicBezTo>
                  <a:pt x="9166384" y="3672608"/>
                  <a:pt x="9162671" y="3673538"/>
                  <a:pt x="9159427" y="3675396"/>
                </a:cubicBezTo>
                <a:cubicBezTo>
                  <a:pt x="9156182" y="3677255"/>
                  <a:pt x="9153647" y="3679873"/>
                  <a:pt x="9151814" y="3683251"/>
                </a:cubicBezTo>
                <a:cubicBezTo>
                  <a:pt x="9149984" y="3686628"/>
                  <a:pt x="9149068" y="3690569"/>
                  <a:pt x="9149068" y="3695071"/>
                </a:cubicBezTo>
                <a:cubicBezTo>
                  <a:pt x="9149068" y="3699575"/>
                  <a:pt x="9149984" y="3703515"/>
                  <a:pt x="9151814" y="3706892"/>
                </a:cubicBezTo>
                <a:cubicBezTo>
                  <a:pt x="9153647" y="3710269"/>
                  <a:pt x="9156182" y="3712888"/>
                  <a:pt x="9159427" y="3714746"/>
                </a:cubicBezTo>
                <a:cubicBezTo>
                  <a:pt x="9162671" y="3716605"/>
                  <a:pt x="9166384" y="3717534"/>
                  <a:pt x="9170571" y="3717534"/>
                </a:cubicBezTo>
                <a:cubicBezTo>
                  <a:pt x="9175908" y="3717534"/>
                  <a:pt x="9180353" y="3716148"/>
                  <a:pt x="9183912" y="3713372"/>
                </a:cubicBezTo>
                <a:cubicBezTo>
                  <a:pt x="9187468" y="3710597"/>
                  <a:pt x="9189848" y="3706853"/>
                  <a:pt x="9191053" y="3702140"/>
                </a:cubicBezTo>
                <a:lnTo>
                  <a:pt x="9179203" y="3702140"/>
                </a:lnTo>
                <a:cubicBezTo>
                  <a:pt x="9177842" y="3706120"/>
                  <a:pt x="9174938" y="3708110"/>
                  <a:pt x="9170492" y="3708110"/>
                </a:cubicBezTo>
                <a:cubicBezTo>
                  <a:pt x="9167354" y="3708110"/>
                  <a:pt x="9164868" y="3706970"/>
                  <a:pt x="9163037" y="3704692"/>
                </a:cubicBezTo>
                <a:cubicBezTo>
                  <a:pt x="9161204" y="3702414"/>
                  <a:pt x="9160291" y="3699208"/>
                  <a:pt x="9160291" y="3695071"/>
                </a:cubicBezTo>
                <a:cubicBezTo>
                  <a:pt x="9160291" y="3690882"/>
                  <a:pt x="9161204" y="3687649"/>
                  <a:pt x="9163037" y="3685371"/>
                </a:cubicBezTo>
                <a:cubicBezTo>
                  <a:pt x="9164868" y="3683093"/>
                  <a:pt x="9167354" y="3681955"/>
                  <a:pt x="9170492" y="3681955"/>
                </a:cubicBezTo>
                <a:cubicBezTo>
                  <a:pt x="9172690" y="3681955"/>
                  <a:pt x="9174534" y="3682492"/>
                  <a:pt x="9176024" y="3683565"/>
                </a:cubicBezTo>
                <a:cubicBezTo>
                  <a:pt x="9177515" y="3684639"/>
                  <a:pt x="9178575" y="3686117"/>
                  <a:pt x="9179203" y="3688002"/>
                </a:cubicBezTo>
                <a:lnTo>
                  <a:pt x="9191053" y="3688002"/>
                </a:lnTo>
                <a:cubicBezTo>
                  <a:pt x="9189848" y="3683133"/>
                  <a:pt x="9187483" y="3679351"/>
                  <a:pt x="9183952" y="3676653"/>
                </a:cubicBezTo>
                <a:cubicBezTo>
                  <a:pt x="9180420" y="3673957"/>
                  <a:pt x="9175959" y="3672608"/>
                  <a:pt x="9170571" y="3672608"/>
                </a:cubicBezTo>
                <a:close/>
                <a:moveTo>
                  <a:pt x="9029225" y="3672607"/>
                </a:moveTo>
                <a:cubicBezTo>
                  <a:pt x="9025510" y="3672607"/>
                  <a:pt x="9022149" y="3673524"/>
                  <a:pt x="9019141" y="3675355"/>
                </a:cubicBezTo>
                <a:cubicBezTo>
                  <a:pt x="9016133" y="3677189"/>
                  <a:pt x="9013753" y="3679807"/>
                  <a:pt x="9012001" y="3683209"/>
                </a:cubicBezTo>
                <a:cubicBezTo>
                  <a:pt x="9010247" y="3686614"/>
                  <a:pt x="9009371" y="3690514"/>
                  <a:pt x="9009371" y="3694913"/>
                </a:cubicBezTo>
                <a:cubicBezTo>
                  <a:pt x="9009371" y="3699364"/>
                  <a:pt x="9010247" y="3703304"/>
                  <a:pt x="9012001" y="3706733"/>
                </a:cubicBezTo>
                <a:cubicBezTo>
                  <a:pt x="9013753" y="3710163"/>
                  <a:pt x="9016146" y="3712820"/>
                  <a:pt x="9019180" y="3714705"/>
                </a:cubicBezTo>
                <a:cubicBezTo>
                  <a:pt x="9022215" y="3716590"/>
                  <a:pt x="9025564" y="3717533"/>
                  <a:pt x="9029225" y="3717533"/>
                </a:cubicBezTo>
                <a:cubicBezTo>
                  <a:pt x="9032417" y="3717533"/>
                  <a:pt x="9035254" y="3716851"/>
                  <a:pt x="9037741" y="3715490"/>
                </a:cubicBezTo>
                <a:cubicBezTo>
                  <a:pt x="9040224" y="3714129"/>
                  <a:pt x="9042175" y="3712427"/>
                  <a:pt x="9043587" y="3710385"/>
                </a:cubicBezTo>
                <a:lnTo>
                  <a:pt x="9043587" y="3717140"/>
                </a:lnTo>
                <a:cubicBezTo>
                  <a:pt x="9043587" y="3721015"/>
                  <a:pt x="9042593" y="3723907"/>
                  <a:pt x="9040605" y="3725819"/>
                </a:cubicBezTo>
                <a:cubicBezTo>
                  <a:pt x="9038615" y="3727729"/>
                  <a:pt x="9036027" y="3728685"/>
                  <a:pt x="9032835" y="3728685"/>
                </a:cubicBezTo>
                <a:cubicBezTo>
                  <a:pt x="9030114" y="3728685"/>
                  <a:pt x="9027800" y="3728097"/>
                  <a:pt x="9025890" y="3726918"/>
                </a:cubicBezTo>
                <a:cubicBezTo>
                  <a:pt x="9023980" y="3725741"/>
                  <a:pt x="9022738" y="3724156"/>
                  <a:pt x="9022162" y="3722167"/>
                </a:cubicBezTo>
                <a:lnTo>
                  <a:pt x="9011254" y="3722167"/>
                </a:lnTo>
                <a:cubicBezTo>
                  <a:pt x="9011778" y="3727141"/>
                  <a:pt x="9014014" y="3731067"/>
                  <a:pt x="9017964" y="3733948"/>
                </a:cubicBezTo>
                <a:cubicBezTo>
                  <a:pt x="9021914" y="3736827"/>
                  <a:pt x="9026976" y="3738268"/>
                  <a:pt x="9033150" y="3738268"/>
                </a:cubicBezTo>
                <a:cubicBezTo>
                  <a:pt x="9037752" y="3738268"/>
                  <a:pt x="9041676" y="3737337"/>
                  <a:pt x="9044920" y="3735479"/>
                </a:cubicBezTo>
                <a:cubicBezTo>
                  <a:pt x="9048165" y="3733621"/>
                  <a:pt x="9050598" y="3731107"/>
                  <a:pt x="9052219" y="3727939"/>
                </a:cubicBezTo>
                <a:cubicBezTo>
                  <a:pt x="9053840" y="3724771"/>
                  <a:pt x="9054652" y="3721171"/>
                  <a:pt x="9054652" y="3717140"/>
                </a:cubicBezTo>
                <a:lnTo>
                  <a:pt x="9054652" y="3673314"/>
                </a:lnTo>
                <a:lnTo>
                  <a:pt x="9043587" y="3673314"/>
                </a:lnTo>
                <a:lnTo>
                  <a:pt x="9043587" y="3679518"/>
                </a:lnTo>
                <a:cubicBezTo>
                  <a:pt x="9042175" y="3677476"/>
                  <a:pt x="9040238" y="3675815"/>
                  <a:pt x="9037781" y="3674532"/>
                </a:cubicBezTo>
                <a:cubicBezTo>
                  <a:pt x="9035320" y="3673248"/>
                  <a:pt x="9032469" y="3672607"/>
                  <a:pt x="9029225" y="3672607"/>
                </a:cubicBezTo>
                <a:close/>
                <a:moveTo>
                  <a:pt x="9344794" y="3658741"/>
                </a:moveTo>
                <a:lnTo>
                  <a:pt x="9344794" y="3716862"/>
                </a:lnTo>
                <a:lnTo>
                  <a:pt x="9355780" y="3716862"/>
                </a:lnTo>
                <a:lnTo>
                  <a:pt x="9355780" y="3658741"/>
                </a:lnTo>
                <a:close/>
                <a:moveTo>
                  <a:pt x="9197574" y="3658707"/>
                </a:moveTo>
                <a:lnTo>
                  <a:pt x="9197574" y="3716828"/>
                </a:lnTo>
                <a:lnTo>
                  <a:pt x="9208560" y="3716828"/>
                </a:lnTo>
                <a:lnTo>
                  <a:pt x="9208560" y="3692794"/>
                </a:lnTo>
                <a:cubicBezTo>
                  <a:pt x="9208560" y="3689338"/>
                  <a:pt x="9209436" y="3686682"/>
                  <a:pt x="9211189" y="3684822"/>
                </a:cubicBezTo>
                <a:cubicBezTo>
                  <a:pt x="9212943" y="3682964"/>
                  <a:pt x="9215336" y="3682034"/>
                  <a:pt x="9218370" y="3682034"/>
                </a:cubicBezTo>
                <a:cubicBezTo>
                  <a:pt x="9221353" y="3682034"/>
                  <a:pt x="9223706" y="3682964"/>
                  <a:pt x="9225433" y="3684822"/>
                </a:cubicBezTo>
                <a:cubicBezTo>
                  <a:pt x="9227160" y="3686682"/>
                  <a:pt x="9228023" y="3689338"/>
                  <a:pt x="9228023" y="3692794"/>
                </a:cubicBezTo>
                <a:lnTo>
                  <a:pt x="9228023" y="3716828"/>
                </a:lnTo>
                <a:lnTo>
                  <a:pt x="9239009" y="3716828"/>
                </a:lnTo>
                <a:lnTo>
                  <a:pt x="9239009" y="3691301"/>
                </a:lnTo>
                <a:cubicBezTo>
                  <a:pt x="9239009" y="3687375"/>
                  <a:pt x="9238290" y="3684011"/>
                  <a:pt x="9236850" y="3681209"/>
                </a:cubicBezTo>
                <a:cubicBezTo>
                  <a:pt x="9235412" y="3678408"/>
                  <a:pt x="9233411" y="3676288"/>
                  <a:pt x="9230848" y="3674847"/>
                </a:cubicBezTo>
                <a:cubicBezTo>
                  <a:pt x="9228284" y="3673408"/>
                  <a:pt x="9225354" y="3672687"/>
                  <a:pt x="9222059" y="3672687"/>
                </a:cubicBezTo>
                <a:cubicBezTo>
                  <a:pt x="9219181" y="3672687"/>
                  <a:pt x="9216566" y="3673225"/>
                  <a:pt x="9214210" y="3674298"/>
                </a:cubicBezTo>
                <a:cubicBezTo>
                  <a:pt x="9211857" y="3675371"/>
                  <a:pt x="9209974" y="3676850"/>
                  <a:pt x="9208560" y="3678735"/>
                </a:cubicBezTo>
                <a:lnTo>
                  <a:pt x="9208560" y="3658707"/>
                </a:lnTo>
                <a:close/>
                <a:moveTo>
                  <a:pt x="8913386" y="3658707"/>
                </a:moveTo>
                <a:lnTo>
                  <a:pt x="8913386" y="3716828"/>
                </a:lnTo>
                <a:lnTo>
                  <a:pt x="8924372" y="3716828"/>
                </a:lnTo>
                <a:lnTo>
                  <a:pt x="8924372" y="3692794"/>
                </a:lnTo>
                <a:cubicBezTo>
                  <a:pt x="8924372" y="3689338"/>
                  <a:pt x="8925247" y="3686682"/>
                  <a:pt x="8927001" y="3684822"/>
                </a:cubicBezTo>
                <a:cubicBezTo>
                  <a:pt x="8928753" y="3682964"/>
                  <a:pt x="8931147" y="3682034"/>
                  <a:pt x="8934181" y="3682034"/>
                </a:cubicBezTo>
                <a:cubicBezTo>
                  <a:pt x="8937164" y="3682034"/>
                  <a:pt x="8939518" y="3682964"/>
                  <a:pt x="8941244" y="3684822"/>
                </a:cubicBezTo>
                <a:cubicBezTo>
                  <a:pt x="8942971" y="3686682"/>
                  <a:pt x="8943834" y="3689338"/>
                  <a:pt x="8943834" y="3692794"/>
                </a:cubicBezTo>
                <a:lnTo>
                  <a:pt x="8943834" y="3716828"/>
                </a:lnTo>
                <a:lnTo>
                  <a:pt x="8954820" y="3716828"/>
                </a:lnTo>
                <a:lnTo>
                  <a:pt x="8954820" y="3691301"/>
                </a:lnTo>
                <a:cubicBezTo>
                  <a:pt x="8954820" y="3687375"/>
                  <a:pt x="8954101" y="3684011"/>
                  <a:pt x="8952662" y="3681209"/>
                </a:cubicBezTo>
                <a:cubicBezTo>
                  <a:pt x="8951222" y="3678408"/>
                  <a:pt x="8949221" y="3676288"/>
                  <a:pt x="8946659" y="3674847"/>
                </a:cubicBezTo>
                <a:cubicBezTo>
                  <a:pt x="8944095" y="3673408"/>
                  <a:pt x="8941165" y="3672687"/>
                  <a:pt x="8937869" y="3672687"/>
                </a:cubicBezTo>
                <a:cubicBezTo>
                  <a:pt x="8934992" y="3672687"/>
                  <a:pt x="8932376" y="3673225"/>
                  <a:pt x="8930022" y="3674298"/>
                </a:cubicBezTo>
                <a:cubicBezTo>
                  <a:pt x="8927668" y="3675371"/>
                  <a:pt x="8925784" y="3676850"/>
                  <a:pt x="8924372" y="3678735"/>
                </a:cubicBezTo>
                <a:lnTo>
                  <a:pt x="8924372" y="3658707"/>
                </a:lnTo>
                <a:close/>
                <a:moveTo>
                  <a:pt x="8686393" y="3649867"/>
                </a:moveTo>
                <a:cubicBezTo>
                  <a:pt x="8686393" y="3699235"/>
                  <a:pt x="8726380" y="3739256"/>
                  <a:pt x="8775707" y="3739256"/>
                </a:cubicBezTo>
                <a:cubicBezTo>
                  <a:pt x="8825034" y="3739256"/>
                  <a:pt x="8865022" y="3699235"/>
                  <a:pt x="8865022" y="3649867"/>
                </a:cubicBezTo>
                <a:lnTo>
                  <a:pt x="8821608" y="3649867"/>
                </a:lnTo>
                <a:cubicBezTo>
                  <a:pt x="8821608" y="3675239"/>
                  <a:pt x="8801057" y="3695806"/>
                  <a:pt x="8775707" y="3695806"/>
                </a:cubicBezTo>
                <a:cubicBezTo>
                  <a:pt x="8750356" y="3695806"/>
                  <a:pt x="8729806" y="3675239"/>
                  <a:pt x="8729806" y="3649867"/>
                </a:cubicBezTo>
                <a:close/>
                <a:moveTo>
                  <a:pt x="0" y="0"/>
                </a:moveTo>
                <a:lnTo>
                  <a:pt x="3649813" y="0"/>
                </a:lnTo>
                <a:lnTo>
                  <a:pt x="5398520" y="0"/>
                </a:lnTo>
                <a:lnTo>
                  <a:pt x="5398520" y="1"/>
                </a:lnTo>
                <a:lnTo>
                  <a:pt x="9601199" y="1"/>
                </a:lnTo>
                <a:lnTo>
                  <a:pt x="9601199" y="0"/>
                </a:lnTo>
                <a:lnTo>
                  <a:pt x="9601200" y="0"/>
                </a:lnTo>
                <a:lnTo>
                  <a:pt x="9601200" y="689694"/>
                </a:lnTo>
                <a:lnTo>
                  <a:pt x="9601201" y="689694"/>
                </a:lnTo>
                <a:lnTo>
                  <a:pt x="9601201" y="3524969"/>
                </a:lnTo>
                <a:lnTo>
                  <a:pt x="9601200" y="3524969"/>
                </a:lnTo>
                <a:lnTo>
                  <a:pt x="9601200" y="4194894"/>
                </a:lnTo>
                <a:lnTo>
                  <a:pt x="4291693" y="4194894"/>
                </a:lnTo>
                <a:lnTo>
                  <a:pt x="4291693" y="4194893"/>
                </a:lnTo>
                <a:lnTo>
                  <a:pt x="0" y="4194893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1" name="Tijdelijke aanduiding voor tekst 11">
            <a:extLst>
              <a:ext uri="{FF2B5EF4-FFF2-40B4-BE49-F238E27FC236}">
                <a16:creationId xmlns:a16="http://schemas.microsoft.com/office/drawing/2014/main" id="{BC7F337D-2F62-457C-AA61-4DF971F8E3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71995" y="4244601"/>
            <a:ext cx="2564805" cy="2215991"/>
          </a:xfr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sz="14400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dirty="0"/>
              <a:t>NR</a:t>
            </a:r>
          </a:p>
        </p:txBody>
      </p:sp>
    </p:spTree>
    <p:extLst>
      <p:ext uri="{BB962C8B-B14F-4D97-AF65-F5344CB8AC3E}">
        <p14:creationId xmlns:p14="http://schemas.microsoft.com/office/powerpoint/2010/main" val="324474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r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198F6B9-E8E1-453F-ABE1-B852B1C1AD1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055800" y="639014"/>
            <a:ext cx="9748274" cy="564947"/>
          </a:xfrm>
        </p:spPr>
        <p:txBody>
          <a:bodyPr anchor="b">
            <a:normAutofit/>
          </a:bodyPr>
          <a:lstStyle>
            <a:lvl1pPr>
              <a:defRPr sz="2400">
                <a:latin typeface="Segoe UI Black (Koppen)"/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055600" y="2227812"/>
            <a:ext cx="9742519" cy="3897729"/>
          </a:xfrm>
        </p:spPr>
        <p:txBody>
          <a:bodyPr/>
          <a:lstStyle>
            <a:lvl1pPr>
              <a:defRPr>
                <a:latin typeface="Segoe UI Light (Hoofdtekst)"/>
              </a:defRPr>
            </a:lvl1pPr>
            <a:lvl2pPr>
              <a:defRPr>
                <a:latin typeface="Segoe UI Light (Hoofdtekst)"/>
              </a:defRPr>
            </a:lvl2pPr>
            <a:lvl3pPr>
              <a:defRPr>
                <a:latin typeface="Segoe UI Light (Hoofdtekst)"/>
              </a:defRPr>
            </a:lvl3pPr>
            <a:lvl4pPr>
              <a:defRPr>
                <a:latin typeface="Segoe UI Light (Hoofdtekst)"/>
              </a:defRPr>
            </a:lvl4pPr>
            <a:lvl5pPr>
              <a:defRPr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8" name="Tijdelijke aanduiding voor tekst 11">
            <a:extLst>
              <a:ext uri="{FF2B5EF4-FFF2-40B4-BE49-F238E27FC236}">
                <a16:creationId xmlns:a16="http://schemas.microsoft.com/office/drawing/2014/main" id="{F0E6C798-03FA-4DAE-A9AD-1CB237C3B4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801" y="1208466"/>
            <a:ext cx="9748274" cy="307127"/>
          </a:xfrm>
        </p:spPr>
        <p:txBody>
          <a:bodyPr lIns="0" rIns="0">
            <a:normAutofit/>
          </a:bodyPr>
          <a:lstStyle>
            <a:lvl1pPr marL="0" indent="0">
              <a:buNone/>
              <a:defRPr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 err="1"/>
              <a:t>Subtitel</a:t>
            </a:r>
            <a:r>
              <a:rPr lang="en-GB"/>
              <a:t> van </a:t>
            </a:r>
            <a:r>
              <a:rPr lang="en-GB" err="1"/>
              <a:t>deze</a:t>
            </a:r>
            <a:r>
              <a:rPr lang="en-GB"/>
              <a:t> slide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851CDFE-0A18-44E9-9699-B004A30166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33" name="Tijdelijke aanduiding voor tekst 784">
            <a:extLst>
              <a:ext uri="{FF2B5EF4-FFF2-40B4-BE49-F238E27FC236}">
                <a16:creationId xmlns:a16="http://schemas.microsoft.com/office/drawing/2014/main" id="{770C32F3-3750-4755-B0AC-299EE19716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34" name="Tijdelijke aanduiding voor dianummer 5">
            <a:extLst>
              <a:ext uri="{FF2B5EF4-FFF2-40B4-BE49-F238E27FC236}">
                <a16:creationId xmlns:a16="http://schemas.microsoft.com/office/drawing/2014/main" id="{03126342-F99E-49AF-9609-5F5AAA938D0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35" name="Rechthoek 34">
            <a:extLst>
              <a:ext uri="{FF2B5EF4-FFF2-40B4-BE49-F238E27FC236}">
                <a16:creationId xmlns:a16="http://schemas.microsoft.com/office/drawing/2014/main" id="{3FFAD9EC-FE1F-4CAF-BF1C-D988924D264A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6" name="Graphic 2">
            <a:extLst>
              <a:ext uri="{FF2B5EF4-FFF2-40B4-BE49-F238E27FC236}">
                <a16:creationId xmlns:a16="http://schemas.microsoft.com/office/drawing/2014/main" id="{CCD35012-E7CA-401D-A90D-40E021CE780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37" name="Vrije vorm 62">
              <a:extLst>
                <a:ext uri="{FF2B5EF4-FFF2-40B4-BE49-F238E27FC236}">
                  <a16:creationId xmlns:a16="http://schemas.microsoft.com/office/drawing/2014/main" id="{94361293-79F9-4479-B717-1B14798ADECE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" name="Vrije vorm 63">
              <a:extLst>
                <a:ext uri="{FF2B5EF4-FFF2-40B4-BE49-F238E27FC236}">
                  <a16:creationId xmlns:a16="http://schemas.microsoft.com/office/drawing/2014/main" id="{4203D02C-A8F3-4CBC-AA6C-3301969E5563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" name="Vrije vorm 64">
              <a:extLst>
                <a:ext uri="{FF2B5EF4-FFF2-40B4-BE49-F238E27FC236}">
                  <a16:creationId xmlns:a16="http://schemas.microsoft.com/office/drawing/2014/main" id="{C33D718B-7666-414C-9688-3E8B260700E3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40" name="Graphic 2">
              <a:extLst>
                <a:ext uri="{FF2B5EF4-FFF2-40B4-BE49-F238E27FC236}">
                  <a16:creationId xmlns:a16="http://schemas.microsoft.com/office/drawing/2014/main" id="{6F22B4A7-9183-4249-988D-1E375458DEB5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41" name="Vrije vorm 66">
                <a:extLst>
                  <a:ext uri="{FF2B5EF4-FFF2-40B4-BE49-F238E27FC236}">
                    <a16:creationId xmlns:a16="http://schemas.microsoft.com/office/drawing/2014/main" id="{E04C5DE2-E14A-46A1-B977-0857463E5DFB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2" name="Vrije vorm 67">
                <a:extLst>
                  <a:ext uri="{FF2B5EF4-FFF2-40B4-BE49-F238E27FC236}">
                    <a16:creationId xmlns:a16="http://schemas.microsoft.com/office/drawing/2014/main" id="{CF1883AF-D7CC-4180-B057-0D1B413041BE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3" name="Vrije vorm 68">
                <a:extLst>
                  <a:ext uri="{FF2B5EF4-FFF2-40B4-BE49-F238E27FC236}">
                    <a16:creationId xmlns:a16="http://schemas.microsoft.com/office/drawing/2014/main" id="{370B202C-AB21-4A81-A477-23945B70CE7C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4" name="Vrije vorm 69">
                <a:extLst>
                  <a:ext uri="{FF2B5EF4-FFF2-40B4-BE49-F238E27FC236}">
                    <a16:creationId xmlns:a16="http://schemas.microsoft.com/office/drawing/2014/main" id="{CB7C153C-F78A-45C3-ADB1-6213219E0F83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5" name="Vrije vorm 70">
                <a:extLst>
                  <a:ext uri="{FF2B5EF4-FFF2-40B4-BE49-F238E27FC236}">
                    <a16:creationId xmlns:a16="http://schemas.microsoft.com/office/drawing/2014/main" id="{241F3C1A-4742-4E94-8275-39444397F2EA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6" name="Vrije vorm 71">
                <a:extLst>
                  <a:ext uri="{FF2B5EF4-FFF2-40B4-BE49-F238E27FC236}">
                    <a16:creationId xmlns:a16="http://schemas.microsoft.com/office/drawing/2014/main" id="{F37C0B39-6758-4A22-8447-2FEB1DB1985E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7" name="Vrije vorm 72">
                <a:extLst>
                  <a:ext uri="{FF2B5EF4-FFF2-40B4-BE49-F238E27FC236}">
                    <a16:creationId xmlns:a16="http://schemas.microsoft.com/office/drawing/2014/main" id="{25212A7A-219E-4199-90CA-FC12D193A7B8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8" name="Vrije vorm 73">
                <a:extLst>
                  <a:ext uri="{FF2B5EF4-FFF2-40B4-BE49-F238E27FC236}">
                    <a16:creationId xmlns:a16="http://schemas.microsoft.com/office/drawing/2014/main" id="{90DE8A50-34EC-4333-8F7E-786D5732F4C1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9" name="Vrije vorm 74">
                <a:extLst>
                  <a:ext uri="{FF2B5EF4-FFF2-40B4-BE49-F238E27FC236}">
                    <a16:creationId xmlns:a16="http://schemas.microsoft.com/office/drawing/2014/main" id="{585D446A-ABAF-4C01-9C84-83980A31CFD6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0" name="Vrije vorm 75">
                <a:extLst>
                  <a:ext uri="{FF2B5EF4-FFF2-40B4-BE49-F238E27FC236}">
                    <a16:creationId xmlns:a16="http://schemas.microsoft.com/office/drawing/2014/main" id="{118E74E7-1FC6-47E6-8B94-1E255C8DC587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1" name="Vrije vorm 76">
                <a:extLst>
                  <a:ext uri="{FF2B5EF4-FFF2-40B4-BE49-F238E27FC236}">
                    <a16:creationId xmlns:a16="http://schemas.microsoft.com/office/drawing/2014/main" id="{0B7333F2-EC7A-40E1-8FA4-2557B80CABF4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2" name="Vrije vorm 77">
                <a:extLst>
                  <a:ext uri="{FF2B5EF4-FFF2-40B4-BE49-F238E27FC236}">
                    <a16:creationId xmlns:a16="http://schemas.microsoft.com/office/drawing/2014/main" id="{B92154F3-06A4-426B-A694-511F80C65E3E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3" name="Vrije vorm 78">
                <a:extLst>
                  <a:ext uri="{FF2B5EF4-FFF2-40B4-BE49-F238E27FC236}">
                    <a16:creationId xmlns:a16="http://schemas.microsoft.com/office/drawing/2014/main" id="{FE69277E-DF48-4867-9ADA-F402D8558D78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1289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grij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F9487B3-D08A-4E55-9A95-D91F4D1568D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055600" y="640800"/>
            <a:ext cx="9783377" cy="5676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nl-NL" sz="2400" dirty="0">
                <a:latin typeface="Segoe UI Black (Koppen)"/>
              </a:defRPr>
            </a:lvl1pPr>
          </a:lstStyle>
          <a:p>
            <a:pPr lvl="0"/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055801" y="2228400"/>
            <a:ext cx="9741315" cy="423219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 dirty="0">
                <a:latin typeface="Segoe UI Light (Hoofdtekst)"/>
              </a:defRPr>
            </a:lvl1pPr>
            <a:lvl2pPr>
              <a:defRPr lang="nl-NL" dirty="0">
                <a:latin typeface="Segoe UI Light (Hoofdtekst)"/>
              </a:defRPr>
            </a:lvl2pPr>
            <a:lvl3pPr>
              <a:defRPr lang="nl-NL" dirty="0">
                <a:latin typeface="Segoe UI Light (Hoofdtekst)"/>
              </a:defRPr>
            </a:lvl3pPr>
            <a:lvl4pPr>
              <a:defRPr lang="nl-NL" dirty="0">
                <a:latin typeface="Segoe UI Light (Hoofdtekst)"/>
              </a:defRPr>
            </a:lvl4pPr>
            <a:lvl5pPr>
              <a:defRPr lang="nl-NL" dirty="0"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6D2A902-F94B-4DC2-97F0-C61D7851A3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11" name="Tijdelijke aanduiding voor tekst 784">
            <a:extLst>
              <a:ext uri="{FF2B5EF4-FFF2-40B4-BE49-F238E27FC236}">
                <a16:creationId xmlns:a16="http://schemas.microsoft.com/office/drawing/2014/main" id="{8025FA5D-6733-4AB0-8076-A799081A02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2" name="Tijdelijke aanduiding voor dianummer 5">
            <a:extLst>
              <a:ext uri="{FF2B5EF4-FFF2-40B4-BE49-F238E27FC236}">
                <a16:creationId xmlns:a16="http://schemas.microsoft.com/office/drawing/2014/main" id="{22C176A7-56AC-4A61-8C33-A6A0C7139DA1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D621BB8C-0DA5-42CF-AE20-CDD44A4BD32B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" name="Graphic 2">
            <a:extLst>
              <a:ext uri="{FF2B5EF4-FFF2-40B4-BE49-F238E27FC236}">
                <a16:creationId xmlns:a16="http://schemas.microsoft.com/office/drawing/2014/main" id="{86EA251A-356B-49A4-9996-71E5DEB06E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5" name="Vrije vorm 62">
              <a:extLst>
                <a:ext uri="{FF2B5EF4-FFF2-40B4-BE49-F238E27FC236}">
                  <a16:creationId xmlns:a16="http://schemas.microsoft.com/office/drawing/2014/main" id="{BDCF9E70-29D0-47B7-B1EF-C40760F1DB99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 63">
              <a:extLst>
                <a:ext uri="{FF2B5EF4-FFF2-40B4-BE49-F238E27FC236}">
                  <a16:creationId xmlns:a16="http://schemas.microsoft.com/office/drawing/2014/main" id="{56AF78F3-99F5-4917-8104-536108330B3F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 64">
              <a:extLst>
                <a:ext uri="{FF2B5EF4-FFF2-40B4-BE49-F238E27FC236}">
                  <a16:creationId xmlns:a16="http://schemas.microsoft.com/office/drawing/2014/main" id="{4B1D1411-F0EF-4CCC-BBC7-45A1AACA6A86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18" name="Graphic 2">
              <a:extLst>
                <a:ext uri="{FF2B5EF4-FFF2-40B4-BE49-F238E27FC236}">
                  <a16:creationId xmlns:a16="http://schemas.microsoft.com/office/drawing/2014/main" id="{0FC15F69-FAB4-4EFA-BBC5-A6D91CA856BF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19" name="Vrije vorm 66">
                <a:extLst>
                  <a:ext uri="{FF2B5EF4-FFF2-40B4-BE49-F238E27FC236}">
                    <a16:creationId xmlns:a16="http://schemas.microsoft.com/office/drawing/2014/main" id="{EDBFBA7D-1409-4795-A015-20C4AC8DBB18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0" name="Vrije vorm 67">
                <a:extLst>
                  <a:ext uri="{FF2B5EF4-FFF2-40B4-BE49-F238E27FC236}">
                    <a16:creationId xmlns:a16="http://schemas.microsoft.com/office/drawing/2014/main" id="{F5E3BC3F-E6C8-4932-8637-39E4CF5BAC56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1" name="Vrije vorm 68">
                <a:extLst>
                  <a:ext uri="{FF2B5EF4-FFF2-40B4-BE49-F238E27FC236}">
                    <a16:creationId xmlns:a16="http://schemas.microsoft.com/office/drawing/2014/main" id="{B3AB8EE1-C9BE-4F5D-93F1-2B76CA53545B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2" name="Vrije vorm 69">
                <a:extLst>
                  <a:ext uri="{FF2B5EF4-FFF2-40B4-BE49-F238E27FC236}">
                    <a16:creationId xmlns:a16="http://schemas.microsoft.com/office/drawing/2014/main" id="{11C1B5C1-416A-4C8E-8B3F-D7A697F28BBE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3" name="Vrije vorm 70">
                <a:extLst>
                  <a:ext uri="{FF2B5EF4-FFF2-40B4-BE49-F238E27FC236}">
                    <a16:creationId xmlns:a16="http://schemas.microsoft.com/office/drawing/2014/main" id="{52E099CA-D676-4ACD-88EC-74AABADA3084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71">
                <a:extLst>
                  <a:ext uri="{FF2B5EF4-FFF2-40B4-BE49-F238E27FC236}">
                    <a16:creationId xmlns:a16="http://schemas.microsoft.com/office/drawing/2014/main" id="{38A300E8-67E4-4C80-AD63-95CF2F2E3435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72">
                <a:extLst>
                  <a:ext uri="{FF2B5EF4-FFF2-40B4-BE49-F238E27FC236}">
                    <a16:creationId xmlns:a16="http://schemas.microsoft.com/office/drawing/2014/main" id="{3EAFC9A5-4D88-4AED-8B78-F22629963153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73">
                <a:extLst>
                  <a:ext uri="{FF2B5EF4-FFF2-40B4-BE49-F238E27FC236}">
                    <a16:creationId xmlns:a16="http://schemas.microsoft.com/office/drawing/2014/main" id="{CB2C61C3-AA44-4434-858A-8D163E760ED8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4">
                <a:extLst>
                  <a:ext uri="{FF2B5EF4-FFF2-40B4-BE49-F238E27FC236}">
                    <a16:creationId xmlns:a16="http://schemas.microsoft.com/office/drawing/2014/main" id="{F5A55D3C-E2D1-4B8C-AE14-1E87EDFEB75F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5">
                <a:extLst>
                  <a:ext uri="{FF2B5EF4-FFF2-40B4-BE49-F238E27FC236}">
                    <a16:creationId xmlns:a16="http://schemas.microsoft.com/office/drawing/2014/main" id="{211395AC-1F75-46DF-BFEB-FE056EEAC110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6">
                <a:extLst>
                  <a:ext uri="{FF2B5EF4-FFF2-40B4-BE49-F238E27FC236}">
                    <a16:creationId xmlns:a16="http://schemas.microsoft.com/office/drawing/2014/main" id="{CCBA41E2-AABB-4AFA-BC89-4C846D2A9CD3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0" name="Vrije vorm 77">
                <a:extLst>
                  <a:ext uri="{FF2B5EF4-FFF2-40B4-BE49-F238E27FC236}">
                    <a16:creationId xmlns:a16="http://schemas.microsoft.com/office/drawing/2014/main" id="{6AFDBF2C-48AA-4B75-9403-C4A2C0FCE634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1" name="Vrije vorm 78">
                <a:extLst>
                  <a:ext uri="{FF2B5EF4-FFF2-40B4-BE49-F238E27FC236}">
                    <a16:creationId xmlns:a16="http://schemas.microsoft.com/office/drawing/2014/main" id="{B04E1047-0445-495C-8B6A-044BF647D5A8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32" name="Tijdelijke aanduiding voor tekst 11">
            <a:extLst>
              <a:ext uri="{FF2B5EF4-FFF2-40B4-BE49-F238E27FC236}">
                <a16:creationId xmlns:a16="http://schemas.microsoft.com/office/drawing/2014/main" id="{80C503E3-380F-4A0C-8482-4DDCA041EF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599" y="1222368"/>
            <a:ext cx="9783377" cy="293225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GB"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buNone/>
            </a:pPr>
            <a:r>
              <a:rPr lang="en-GB" dirty="0" err="1"/>
              <a:t>Subtitel</a:t>
            </a:r>
            <a:r>
              <a:rPr lang="en-GB" dirty="0"/>
              <a:t> van </a:t>
            </a:r>
            <a:r>
              <a:rPr lang="en-GB" dirty="0" err="1"/>
              <a:t>deze</a:t>
            </a:r>
            <a:r>
              <a:rPr lang="en-GB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1797989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roo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DC961B12-8056-41C5-930C-F45F826ED2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055600" y="2228401"/>
            <a:ext cx="9832973" cy="4215780"/>
          </a:xfrm>
        </p:spPr>
        <p:txBody>
          <a:bodyPr/>
          <a:lstStyle>
            <a:lvl1pPr>
              <a:defRPr>
                <a:latin typeface="Segoe UI Light (Hoofdtekst)"/>
              </a:defRPr>
            </a:lvl1pPr>
            <a:lvl2pPr>
              <a:defRPr>
                <a:latin typeface="Segoe UI Light (Hoofdtekst)"/>
              </a:defRPr>
            </a:lvl2pPr>
            <a:lvl3pPr>
              <a:defRPr>
                <a:latin typeface="Segoe UI Light (Hoofdtekst)"/>
              </a:defRPr>
            </a:lvl3pPr>
            <a:lvl4pPr>
              <a:defRPr>
                <a:latin typeface="Segoe UI Light (Hoofdtekst)"/>
              </a:defRPr>
            </a:lvl4pPr>
            <a:lvl5pPr>
              <a:defRPr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>
          <a:xfrm>
            <a:off x="2055600" y="640800"/>
            <a:ext cx="9783377" cy="567095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  <a:latin typeface="Segoe UI Black (Koppen)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B2D4E090-BBBB-45E9-91BA-3A9CFE38B51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15" name="Tijdelijke aanduiding voor tekst 784">
            <a:extLst>
              <a:ext uri="{FF2B5EF4-FFF2-40B4-BE49-F238E27FC236}">
                <a16:creationId xmlns:a16="http://schemas.microsoft.com/office/drawing/2014/main" id="{592625FD-CD98-4A16-9956-F54EB0309D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6" name="Tijdelijke aanduiding voor dianummer 5">
            <a:extLst>
              <a:ext uri="{FF2B5EF4-FFF2-40B4-BE49-F238E27FC236}">
                <a16:creationId xmlns:a16="http://schemas.microsoft.com/office/drawing/2014/main" id="{66308FDF-E912-446D-9F54-13B2C8AC8AFB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C760A634-3156-435E-933F-62C00DC80E39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8" name="Graphic 2">
            <a:extLst>
              <a:ext uri="{FF2B5EF4-FFF2-40B4-BE49-F238E27FC236}">
                <a16:creationId xmlns:a16="http://schemas.microsoft.com/office/drawing/2014/main" id="{085BBEF4-70E0-42DF-92DC-FC6EDA270A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9" name="Vrije vorm 62">
              <a:extLst>
                <a:ext uri="{FF2B5EF4-FFF2-40B4-BE49-F238E27FC236}">
                  <a16:creationId xmlns:a16="http://schemas.microsoft.com/office/drawing/2014/main" id="{7D024C67-7AB9-40BA-96EB-437B4281C8A3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 63">
              <a:extLst>
                <a:ext uri="{FF2B5EF4-FFF2-40B4-BE49-F238E27FC236}">
                  <a16:creationId xmlns:a16="http://schemas.microsoft.com/office/drawing/2014/main" id="{EB72BC94-1851-4F40-9E43-2CA2521CCD3F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" name="Vrije vorm 64">
              <a:extLst>
                <a:ext uri="{FF2B5EF4-FFF2-40B4-BE49-F238E27FC236}">
                  <a16:creationId xmlns:a16="http://schemas.microsoft.com/office/drawing/2014/main" id="{F806C2E0-D086-4005-95AC-F7DA746F726E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22" name="Graphic 2">
              <a:extLst>
                <a:ext uri="{FF2B5EF4-FFF2-40B4-BE49-F238E27FC236}">
                  <a16:creationId xmlns:a16="http://schemas.microsoft.com/office/drawing/2014/main" id="{CB3970A2-181F-4AFA-A0D6-5DC55E31D17C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23" name="Vrije vorm 66">
                <a:extLst>
                  <a:ext uri="{FF2B5EF4-FFF2-40B4-BE49-F238E27FC236}">
                    <a16:creationId xmlns:a16="http://schemas.microsoft.com/office/drawing/2014/main" id="{9D8C1ACB-ACFE-4F17-BB1B-B78531ABC2F6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67">
                <a:extLst>
                  <a:ext uri="{FF2B5EF4-FFF2-40B4-BE49-F238E27FC236}">
                    <a16:creationId xmlns:a16="http://schemas.microsoft.com/office/drawing/2014/main" id="{BF5B7DDE-EDAD-4D4D-AD33-BF6065B41ACE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68">
                <a:extLst>
                  <a:ext uri="{FF2B5EF4-FFF2-40B4-BE49-F238E27FC236}">
                    <a16:creationId xmlns:a16="http://schemas.microsoft.com/office/drawing/2014/main" id="{FD49F99A-C7F0-4044-A9B7-2E8A0BC6EB2E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69">
                <a:extLst>
                  <a:ext uri="{FF2B5EF4-FFF2-40B4-BE49-F238E27FC236}">
                    <a16:creationId xmlns:a16="http://schemas.microsoft.com/office/drawing/2014/main" id="{69E3453A-0067-4326-90FF-76766F686097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0">
                <a:extLst>
                  <a:ext uri="{FF2B5EF4-FFF2-40B4-BE49-F238E27FC236}">
                    <a16:creationId xmlns:a16="http://schemas.microsoft.com/office/drawing/2014/main" id="{2FE4AF99-F099-42E7-9B5F-1118816C4303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1">
                <a:extLst>
                  <a:ext uri="{FF2B5EF4-FFF2-40B4-BE49-F238E27FC236}">
                    <a16:creationId xmlns:a16="http://schemas.microsoft.com/office/drawing/2014/main" id="{0F9FFE1D-C564-4BA9-8B02-68791F3F516B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2">
                <a:extLst>
                  <a:ext uri="{FF2B5EF4-FFF2-40B4-BE49-F238E27FC236}">
                    <a16:creationId xmlns:a16="http://schemas.microsoft.com/office/drawing/2014/main" id="{19860D48-B9E2-47E9-97E7-DA5A185BE566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0" name="Vrije vorm 73">
                <a:extLst>
                  <a:ext uri="{FF2B5EF4-FFF2-40B4-BE49-F238E27FC236}">
                    <a16:creationId xmlns:a16="http://schemas.microsoft.com/office/drawing/2014/main" id="{3CDC3D49-CB94-489A-B87A-87911D29103F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1" name="Vrije vorm 74">
                <a:extLst>
                  <a:ext uri="{FF2B5EF4-FFF2-40B4-BE49-F238E27FC236}">
                    <a16:creationId xmlns:a16="http://schemas.microsoft.com/office/drawing/2014/main" id="{C87578BC-5915-4287-A7D5-197CD0BB9776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2" name="Vrije vorm 75">
                <a:extLst>
                  <a:ext uri="{FF2B5EF4-FFF2-40B4-BE49-F238E27FC236}">
                    <a16:creationId xmlns:a16="http://schemas.microsoft.com/office/drawing/2014/main" id="{37D4E43A-75A0-420E-AC9D-7CBEA801D85A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3" name="Vrije vorm 76">
                <a:extLst>
                  <a:ext uri="{FF2B5EF4-FFF2-40B4-BE49-F238E27FC236}">
                    <a16:creationId xmlns:a16="http://schemas.microsoft.com/office/drawing/2014/main" id="{557FA285-BC28-4EFC-8708-3F567CBBDED1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4" name="Vrije vorm 77">
                <a:extLst>
                  <a:ext uri="{FF2B5EF4-FFF2-40B4-BE49-F238E27FC236}">
                    <a16:creationId xmlns:a16="http://schemas.microsoft.com/office/drawing/2014/main" id="{B783DB83-5D08-4804-96A6-7426C7878F1E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5" name="Vrije vorm 78">
                <a:extLst>
                  <a:ext uri="{FF2B5EF4-FFF2-40B4-BE49-F238E27FC236}">
                    <a16:creationId xmlns:a16="http://schemas.microsoft.com/office/drawing/2014/main" id="{E7508B5D-16A8-494F-8025-70B918FCA74E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36" name="Tijdelijke aanduiding voor tekst 11">
            <a:extLst>
              <a:ext uri="{FF2B5EF4-FFF2-40B4-BE49-F238E27FC236}">
                <a16:creationId xmlns:a16="http://schemas.microsoft.com/office/drawing/2014/main" id="{C9BB0BC4-A796-4284-95C6-3AA27F330B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599" y="1222368"/>
            <a:ext cx="9783377" cy="293225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GB"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buNone/>
            </a:pPr>
            <a:r>
              <a:rPr lang="en-GB" dirty="0" err="1"/>
              <a:t>Subtitel</a:t>
            </a:r>
            <a:r>
              <a:rPr lang="en-GB" dirty="0"/>
              <a:t> van </a:t>
            </a:r>
            <a:r>
              <a:rPr lang="en-GB" dirty="0" err="1"/>
              <a:t>deze</a:t>
            </a:r>
            <a:r>
              <a:rPr lang="en-GB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1402026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grij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8C0F990-21D3-41F6-8E74-8C83BAC18B5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055600" y="640800"/>
            <a:ext cx="9822017" cy="56709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nl-NL" sz="2400" dirty="0">
                <a:latin typeface="Segoe UI Black (Koppen)"/>
              </a:defRPr>
            </a:lvl1pPr>
          </a:lstStyle>
          <a:p>
            <a:pPr lvl="0"/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055600" y="2228401"/>
            <a:ext cx="9800956" cy="42157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Segoe UI Light (Hoofdtekst)"/>
              </a:defRPr>
            </a:lvl1pPr>
            <a:lvl2pPr>
              <a:defRPr lang="nl-NL">
                <a:latin typeface="Segoe UI Light (Hoofdtekst)"/>
              </a:defRPr>
            </a:lvl2pPr>
            <a:lvl3pPr>
              <a:defRPr lang="nl-NL">
                <a:latin typeface="Segoe UI Light (Hoofdtekst)"/>
              </a:defRPr>
            </a:lvl3pPr>
            <a:lvl4pPr>
              <a:defRPr lang="nl-NL">
                <a:latin typeface="Segoe UI Light (Hoofdtekst)"/>
              </a:defRPr>
            </a:lvl4pPr>
            <a:lvl5pPr>
              <a:defRPr lang="nl-NL"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26644B7-A469-46A0-AC12-3501C292845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11" name="Tijdelijke aanduiding voor tekst 784">
            <a:extLst>
              <a:ext uri="{FF2B5EF4-FFF2-40B4-BE49-F238E27FC236}">
                <a16:creationId xmlns:a16="http://schemas.microsoft.com/office/drawing/2014/main" id="{00DF93B9-A5FE-4CCE-B6C3-344B70E1BD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2" name="Tijdelijke aanduiding voor dianummer 5">
            <a:extLst>
              <a:ext uri="{FF2B5EF4-FFF2-40B4-BE49-F238E27FC236}">
                <a16:creationId xmlns:a16="http://schemas.microsoft.com/office/drawing/2014/main" id="{DA87259D-C323-4C56-93C6-F7B99157DC7E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FF23090B-99BE-40F0-978A-CA79D2BA60D1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" name="Graphic 2">
            <a:extLst>
              <a:ext uri="{FF2B5EF4-FFF2-40B4-BE49-F238E27FC236}">
                <a16:creationId xmlns:a16="http://schemas.microsoft.com/office/drawing/2014/main" id="{AFC6B4D6-1AE7-41F4-855A-01E2AC1C5C9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5" name="Vrije vorm 62">
              <a:extLst>
                <a:ext uri="{FF2B5EF4-FFF2-40B4-BE49-F238E27FC236}">
                  <a16:creationId xmlns:a16="http://schemas.microsoft.com/office/drawing/2014/main" id="{53A9B9E9-3249-469D-AF1D-0A445E232D20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 63">
              <a:extLst>
                <a:ext uri="{FF2B5EF4-FFF2-40B4-BE49-F238E27FC236}">
                  <a16:creationId xmlns:a16="http://schemas.microsoft.com/office/drawing/2014/main" id="{B9AD7F0E-4453-4929-AAC3-261EA5C8CC87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 64">
              <a:extLst>
                <a:ext uri="{FF2B5EF4-FFF2-40B4-BE49-F238E27FC236}">
                  <a16:creationId xmlns:a16="http://schemas.microsoft.com/office/drawing/2014/main" id="{04EE60ED-AACD-4ECA-8A07-DDFC4CA26B91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18" name="Graphic 2">
              <a:extLst>
                <a:ext uri="{FF2B5EF4-FFF2-40B4-BE49-F238E27FC236}">
                  <a16:creationId xmlns:a16="http://schemas.microsoft.com/office/drawing/2014/main" id="{1C07D4C5-96A1-4E0A-AAE8-0DB842032B58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19" name="Vrije vorm 66">
                <a:extLst>
                  <a:ext uri="{FF2B5EF4-FFF2-40B4-BE49-F238E27FC236}">
                    <a16:creationId xmlns:a16="http://schemas.microsoft.com/office/drawing/2014/main" id="{10DDB70E-5E43-4261-9188-9F4C27A9BD2B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0" name="Vrije vorm 67">
                <a:extLst>
                  <a:ext uri="{FF2B5EF4-FFF2-40B4-BE49-F238E27FC236}">
                    <a16:creationId xmlns:a16="http://schemas.microsoft.com/office/drawing/2014/main" id="{AA0A1185-8C25-4741-A5C1-6F7893A3C43A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1" name="Vrije vorm 68">
                <a:extLst>
                  <a:ext uri="{FF2B5EF4-FFF2-40B4-BE49-F238E27FC236}">
                    <a16:creationId xmlns:a16="http://schemas.microsoft.com/office/drawing/2014/main" id="{A182F73C-7E20-4872-93F2-FB82DA1DFB8C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2" name="Vrije vorm 69">
                <a:extLst>
                  <a:ext uri="{FF2B5EF4-FFF2-40B4-BE49-F238E27FC236}">
                    <a16:creationId xmlns:a16="http://schemas.microsoft.com/office/drawing/2014/main" id="{2770B076-173A-410E-8462-B802EE8CAD4D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3" name="Vrije vorm 70">
                <a:extLst>
                  <a:ext uri="{FF2B5EF4-FFF2-40B4-BE49-F238E27FC236}">
                    <a16:creationId xmlns:a16="http://schemas.microsoft.com/office/drawing/2014/main" id="{E5708B88-CE54-4B82-8B5C-CDCA42600CA7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71">
                <a:extLst>
                  <a:ext uri="{FF2B5EF4-FFF2-40B4-BE49-F238E27FC236}">
                    <a16:creationId xmlns:a16="http://schemas.microsoft.com/office/drawing/2014/main" id="{9DBC7129-829F-406E-B6CB-8D861E47D3DB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72">
                <a:extLst>
                  <a:ext uri="{FF2B5EF4-FFF2-40B4-BE49-F238E27FC236}">
                    <a16:creationId xmlns:a16="http://schemas.microsoft.com/office/drawing/2014/main" id="{0C7A8BB9-5CA5-4CA1-9B31-EB71220588A6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73">
                <a:extLst>
                  <a:ext uri="{FF2B5EF4-FFF2-40B4-BE49-F238E27FC236}">
                    <a16:creationId xmlns:a16="http://schemas.microsoft.com/office/drawing/2014/main" id="{B6471002-11F0-4497-829D-196330DA6FDB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4">
                <a:extLst>
                  <a:ext uri="{FF2B5EF4-FFF2-40B4-BE49-F238E27FC236}">
                    <a16:creationId xmlns:a16="http://schemas.microsoft.com/office/drawing/2014/main" id="{F3D42574-A376-46C2-A0F3-209FEE9A2E4E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5">
                <a:extLst>
                  <a:ext uri="{FF2B5EF4-FFF2-40B4-BE49-F238E27FC236}">
                    <a16:creationId xmlns:a16="http://schemas.microsoft.com/office/drawing/2014/main" id="{39E1161A-BB6A-4354-8390-ED384C51E8D0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6">
                <a:extLst>
                  <a:ext uri="{FF2B5EF4-FFF2-40B4-BE49-F238E27FC236}">
                    <a16:creationId xmlns:a16="http://schemas.microsoft.com/office/drawing/2014/main" id="{46E5EE30-F275-4395-AAB4-CD327F04E8B9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0" name="Vrije vorm 77">
                <a:extLst>
                  <a:ext uri="{FF2B5EF4-FFF2-40B4-BE49-F238E27FC236}">
                    <a16:creationId xmlns:a16="http://schemas.microsoft.com/office/drawing/2014/main" id="{31EFB322-CAC1-406F-9ABB-06A72950713A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1" name="Vrije vorm 78">
                <a:extLst>
                  <a:ext uri="{FF2B5EF4-FFF2-40B4-BE49-F238E27FC236}">
                    <a16:creationId xmlns:a16="http://schemas.microsoft.com/office/drawing/2014/main" id="{9A7885B4-343A-42C2-8B8A-14AFF96FFA11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32" name="Tijdelijke aanduiding voor tekst 11">
            <a:extLst>
              <a:ext uri="{FF2B5EF4-FFF2-40B4-BE49-F238E27FC236}">
                <a16:creationId xmlns:a16="http://schemas.microsoft.com/office/drawing/2014/main" id="{14207790-A117-453D-8A4C-3F4989EA7C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599" y="1222368"/>
            <a:ext cx="9783377" cy="293225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GB"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buNone/>
            </a:pPr>
            <a:r>
              <a:rPr lang="en-GB" dirty="0" err="1"/>
              <a:t>Subtitel</a:t>
            </a:r>
            <a:r>
              <a:rPr lang="en-GB" dirty="0"/>
              <a:t> van </a:t>
            </a:r>
            <a:r>
              <a:rPr lang="en-GB" dirty="0" err="1"/>
              <a:t>deze</a:t>
            </a:r>
            <a:r>
              <a:rPr lang="en-GB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84010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jdelijke aanduiding voor tekst 784">
            <a:extLst>
              <a:ext uri="{FF2B5EF4-FFF2-40B4-BE49-F238E27FC236}">
                <a16:creationId xmlns:a16="http://schemas.microsoft.com/office/drawing/2014/main" id="{B2B5D1E7-EBCD-4348-AE86-A6A59A5401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676A2330-7AAC-4286-94AE-4309311E58B3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</p:spTree>
    <p:extLst>
      <p:ext uri="{BB962C8B-B14F-4D97-AF65-F5344CB8AC3E}">
        <p14:creationId xmlns:p14="http://schemas.microsoft.com/office/powerpoint/2010/main" val="2119786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396AA5BE-6BA2-4BCD-81F6-FAF49F35DFA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055600" y="640800"/>
            <a:ext cx="9789733" cy="5815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nl-NL" sz="2400">
                <a:latin typeface="Segoe UI Black (Koppen)"/>
              </a:defRPr>
            </a:lvl1pPr>
          </a:lstStyle>
          <a:p>
            <a:pPr lvl="0"/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2055599" y="2228400"/>
            <a:ext cx="46800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Segoe UI Light (Hoofdtekst)"/>
              </a:defRPr>
            </a:lvl1pPr>
            <a:lvl2pPr>
              <a:defRPr lang="nl-NL">
                <a:latin typeface="Segoe UI Light (Hoofdtekst)"/>
              </a:defRPr>
            </a:lvl2pPr>
            <a:lvl3pPr>
              <a:defRPr lang="nl-NL">
                <a:latin typeface="Segoe UI Light (Hoofdtekst)"/>
              </a:defRPr>
            </a:lvl3pPr>
            <a:lvl4pPr>
              <a:defRPr lang="nl-NL">
                <a:latin typeface="Segoe UI Light (Hoofdtekst)"/>
              </a:defRPr>
            </a:lvl4pPr>
            <a:lvl5pPr>
              <a:defRPr lang="nl-NL"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776539" y="2228400"/>
            <a:ext cx="46800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Segoe UI Light (Hoofdtekst)"/>
              </a:defRPr>
            </a:lvl1pPr>
            <a:lvl2pPr>
              <a:defRPr lang="nl-NL">
                <a:latin typeface="Segoe UI Light (Hoofdtekst)"/>
              </a:defRPr>
            </a:lvl2pPr>
            <a:lvl3pPr>
              <a:defRPr lang="nl-NL">
                <a:latin typeface="Segoe UI Light (Hoofdtekst)"/>
              </a:defRPr>
            </a:lvl3pPr>
            <a:lvl4pPr>
              <a:defRPr lang="nl-NL">
                <a:latin typeface="Segoe UI Light (Hoofdtekst)"/>
              </a:defRPr>
            </a:lvl4pPr>
            <a:lvl5pPr>
              <a:defRPr lang="nl-NL"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1286B22-E7C7-49E4-B35E-12015D2D3F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12" name="Tijdelijke aanduiding voor tekst 784">
            <a:extLst>
              <a:ext uri="{FF2B5EF4-FFF2-40B4-BE49-F238E27FC236}">
                <a16:creationId xmlns:a16="http://schemas.microsoft.com/office/drawing/2014/main" id="{8FFAF5CF-EC8E-4550-90A8-9EBEBBAFD6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3" name="Tijdelijke aanduiding voor dianummer 5">
            <a:extLst>
              <a:ext uri="{FF2B5EF4-FFF2-40B4-BE49-F238E27FC236}">
                <a16:creationId xmlns:a16="http://schemas.microsoft.com/office/drawing/2014/main" id="{4E8480B4-55C6-47F7-B8F3-0228D77B4C5C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F39996AA-864B-4289-BCB1-AF6B3D68DAD8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5" name="Graphic 2">
            <a:extLst>
              <a:ext uri="{FF2B5EF4-FFF2-40B4-BE49-F238E27FC236}">
                <a16:creationId xmlns:a16="http://schemas.microsoft.com/office/drawing/2014/main" id="{19C2C610-7E76-405E-8C96-D627CE7350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6" name="Vrije vorm 62">
              <a:extLst>
                <a:ext uri="{FF2B5EF4-FFF2-40B4-BE49-F238E27FC236}">
                  <a16:creationId xmlns:a16="http://schemas.microsoft.com/office/drawing/2014/main" id="{C6ECC040-46BF-43FE-AB6F-3E8EFED0F43B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 63">
              <a:extLst>
                <a:ext uri="{FF2B5EF4-FFF2-40B4-BE49-F238E27FC236}">
                  <a16:creationId xmlns:a16="http://schemas.microsoft.com/office/drawing/2014/main" id="{3CB7ED80-81F7-42DF-A1DE-146450FC6AD6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" name="Vrije vorm 64">
              <a:extLst>
                <a:ext uri="{FF2B5EF4-FFF2-40B4-BE49-F238E27FC236}">
                  <a16:creationId xmlns:a16="http://schemas.microsoft.com/office/drawing/2014/main" id="{2750E1A3-BEA8-4013-8B23-4B9928E55FBF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19" name="Graphic 2">
              <a:extLst>
                <a:ext uri="{FF2B5EF4-FFF2-40B4-BE49-F238E27FC236}">
                  <a16:creationId xmlns:a16="http://schemas.microsoft.com/office/drawing/2014/main" id="{8DF92F27-1ACB-4F2D-8D0C-57D3C9003911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20" name="Vrije vorm 66">
                <a:extLst>
                  <a:ext uri="{FF2B5EF4-FFF2-40B4-BE49-F238E27FC236}">
                    <a16:creationId xmlns:a16="http://schemas.microsoft.com/office/drawing/2014/main" id="{B116AD43-A652-45A4-A538-D02B8DD30D30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1" name="Vrije vorm 67">
                <a:extLst>
                  <a:ext uri="{FF2B5EF4-FFF2-40B4-BE49-F238E27FC236}">
                    <a16:creationId xmlns:a16="http://schemas.microsoft.com/office/drawing/2014/main" id="{72511C47-0269-49B6-B29E-ADEF0F15A113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2" name="Vrije vorm 68">
                <a:extLst>
                  <a:ext uri="{FF2B5EF4-FFF2-40B4-BE49-F238E27FC236}">
                    <a16:creationId xmlns:a16="http://schemas.microsoft.com/office/drawing/2014/main" id="{EAE79043-903E-4618-9AAE-4CAFDF5AD9F4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3" name="Vrije vorm 69">
                <a:extLst>
                  <a:ext uri="{FF2B5EF4-FFF2-40B4-BE49-F238E27FC236}">
                    <a16:creationId xmlns:a16="http://schemas.microsoft.com/office/drawing/2014/main" id="{97E75013-869E-4481-821F-2D5274B6785A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70">
                <a:extLst>
                  <a:ext uri="{FF2B5EF4-FFF2-40B4-BE49-F238E27FC236}">
                    <a16:creationId xmlns:a16="http://schemas.microsoft.com/office/drawing/2014/main" id="{4E84C426-A377-4D1D-A07E-14C2BA25A4FC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71">
                <a:extLst>
                  <a:ext uri="{FF2B5EF4-FFF2-40B4-BE49-F238E27FC236}">
                    <a16:creationId xmlns:a16="http://schemas.microsoft.com/office/drawing/2014/main" id="{1D24CA78-7C2E-4F5A-8E08-E333FCBB01EA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72">
                <a:extLst>
                  <a:ext uri="{FF2B5EF4-FFF2-40B4-BE49-F238E27FC236}">
                    <a16:creationId xmlns:a16="http://schemas.microsoft.com/office/drawing/2014/main" id="{A65B879F-6EC1-4336-9811-31039F639EC7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3">
                <a:extLst>
                  <a:ext uri="{FF2B5EF4-FFF2-40B4-BE49-F238E27FC236}">
                    <a16:creationId xmlns:a16="http://schemas.microsoft.com/office/drawing/2014/main" id="{4CDA5EE3-17BA-49C4-BEDC-632C4638821C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4">
                <a:extLst>
                  <a:ext uri="{FF2B5EF4-FFF2-40B4-BE49-F238E27FC236}">
                    <a16:creationId xmlns:a16="http://schemas.microsoft.com/office/drawing/2014/main" id="{7C05EEE2-9D3B-45F9-8C89-E30F086FE302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5">
                <a:extLst>
                  <a:ext uri="{FF2B5EF4-FFF2-40B4-BE49-F238E27FC236}">
                    <a16:creationId xmlns:a16="http://schemas.microsoft.com/office/drawing/2014/main" id="{D73BA8E3-0313-4034-9338-9E3366D3C0BA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0" name="Vrije vorm 76">
                <a:extLst>
                  <a:ext uri="{FF2B5EF4-FFF2-40B4-BE49-F238E27FC236}">
                    <a16:creationId xmlns:a16="http://schemas.microsoft.com/office/drawing/2014/main" id="{DD14C914-4E7C-45B5-81C8-DDF42A077917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1" name="Vrije vorm 77">
                <a:extLst>
                  <a:ext uri="{FF2B5EF4-FFF2-40B4-BE49-F238E27FC236}">
                    <a16:creationId xmlns:a16="http://schemas.microsoft.com/office/drawing/2014/main" id="{ECEF105B-30D9-4477-A5E7-3B615491D00E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2" name="Vrije vorm 78">
                <a:extLst>
                  <a:ext uri="{FF2B5EF4-FFF2-40B4-BE49-F238E27FC236}">
                    <a16:creationId xmlns:a16="http://schemas.microsoft.com/office/drawing/2014/main" id="{7780A2FF-B0F9-46A2-8A2A-DBDB1CC4456F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33" name="Tijdelijke aanduiding voor tekst 11">
            <a:extLst>
              <a:ext uri="{FF2B5EF4-FFF2-40B4-BE49-F238E27FC236}">
                <a16:creationId xmlns:a16="http://schemas.microsoft.com/office/drawing/2014/main" id="{56FE7F96-6123-46FE-A80E-0B4A184F0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599" y="1222368"/>
            <a:ext cx="9783377" cy="293225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GB"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buNone/>
            </a:pPr>
            <a:r>
              <a:rPr lang="en-GB" dirty="0" err="1"/>
              <a:t>Subtitel</a:t>
            </a:r>
            <a:r>
              <a:rPr lang="en-GB" dirty="0"/>
              <a:t> van </a:t>
            </a:r>
            <a:r>
              <a:rPr lang="en-GB" dirty="0" err="1"/>
              <a:t>deze</a:t>
            </a:r>
            <a:r>
              <a:rPr lang="en-GB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244354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86F3F0DD-CDA3-473C-B14D-945FDA4835C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055600" y="640800"/>
            <a:ext cx="9741516" cy="56709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nl-NL" sz="2400">
                <a:latin typeface="Segoe UI Black (Koppen)"/>
              </a:defRPr>
            </a:lvl1pPr>
          </a:lstStyle>
          <a:p>
            <a:pPr lvl="0"/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2228400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02104" y="2868162"/>
            <a:ext cx="5386917" cy="35760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Segoe UI Light (Hoofdtekst)"/>
              </a:defRPr>
            </a:lvl1pPr>
            <a:lvl2pPr>
              <a:defRPr lang="nl-NL">
                <a:latin typeface="Segoe UI Light (Hoofdtekst)"/>
              </a:defRPr>
            </a:lvl2pPr>
            <a:lvl3pPr>
              <a:defRPr lang="nl-NL">
                <a:latin typeface="Segoe UI Light (Hoofdtekst)"/>
              </a:defRPr>
            </a:lvl3pPr>
            <a:lvl4pPr>
              <a:defRPr lang="nl-NL">
                <a:latin typeface="Segoe UI Light (Hoofdtekst)"/>
              </a:defRPr>
            </a:lvl4pPr>
            <a:lvl5pPr>
              <a:defRPr lang="nl-NL"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93368" y="2228400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85872" y="2868162"/>
            <a:ext cx="5389033" cy="35760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Segoe UI Light (Hoofdtekst)"/>
              </a:defRPr>
            </a:lvl1pPr>
            <a:lvl2pPr>
              <a:defRPr lang="nl-NL">
                <a:latin typeface="Segoe UI Light (Hoofdtekst)"/>
              </a:defRPr>
            </a:lvl2pPr>
            <a:lvl3pPr>
              <a:defRPr lang="nl-NL">
                <a:latin typeface="Segoe UI Light (Hoofdtekst)"/>
              </a:defRPr>
            </a:lvl3pPr>
            <a:lvl4pPr>
              <a:defRPr lang="nl-NL">
                <a:latin typeface="Segoe UI Light (Hoofdtekst)"/>
              </a:defRPr>
            </a:lvl4pPr>
            <a:lvl5pPr>
              <a:defRPr lang="nl-NL">
                <a:latin typeface="Segoe UI Light (Hoofdtekst)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9C9EAFF-AB2E-4347-915D-0A60797586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14" name="Tijdelijke aanduiding voor tekst 784">
            <a:extLst>
              <a:ext uri="{FF2B5EF4-FFF2-40B4-BE49-F238E27FC236}">
                <a16:creationId xmlns:a16="http://schemas.microsoft.com/office/drawing/2014/main" id="{343E0600-2396-4CAA-989A-DC18B0073F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5" name="Tijdelijke aanduiding voor dianummer 5">
            <a:extLst>
              <a:ext uri="{FF2B5EF4-FFF2-40B4-BE49-F238E27FC236}">
                <a16:creationId xmlns:a16="http://schemas.microsoft.com/office/drawing/2014/main" id="{1D2BDFE5-031E-45EC-8967-30D86BA47CE8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99EA5DB1-2FAE-4C5A-83F1-4C9117F2699F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" name="Graphic 2">
            <a:extLst>
              <a:ext uri="{FF2B5EF4-FFF2-40B4-BE49-F238E27FC236}">
                <a16:creationId xmlns:a16="http://schemas.microsoft.com/office/drawing/2014/main" id="{82195889-9BBE-4CB9-9186-FFDA1C00C1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8" name="Vrije vorm 62">
              <a:extLst>
                <a:ext uri="{FF2B5EF4-FFF2-40B4-BE49-F238E27FC236}">
                  <a16:creationId xmlns:a16="http://schemas.microsoft.com/office/drawing/2014/main" id="{BDF349AD-598A-48C6-86FE-5708223E574C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 63">
              <a:extLst>
                <a:ext uri="{FF2B5EF4-FFF2-40B4-BE49-F238E27FC236}">
                  <a16:creationId xmlns:a16="http://schemas.microsoft.com/office/drawing/2014/main" id="{FC1CFDD4-3BA2-4855-88DF-9D8C3C432FF8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 64">
              <a:extLst>
                <a:ext uri="{FF2B5EF4-FFF2-40B4-BE49-F238E27FC236}">
                  <a16:creationId xmlns:a16="http://schemas.microsoft.com/office/drawing/2014/main" id="{6EAD256E-B1A1-497D-8995-10ED2181684A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21" name="Graphic 2">
              <a:extLst>
                <a:ext uri="{FF2B5EF4-FFF2-40B4-BE49-F238E27FC236}">
                  <a16:creationId xmlns:a16="http://schemas.microsoft.com/office/drawing/2014/main" id="{540025BC-01BF-43DE-8902-38856930992E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22" name="Vrije vorm 66">
                <a:extLst>
                  <a:ext uri="{FF2B5EF4-FFF2-40B4-BE49-F238E27FC236}">
                    <a16:creationId xmlns:a16="http://schemas.microsoft.com/office/drawing/2014/main" id="{110C6C66-7A4C-4988-BE53-19E5103B0473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3" name="Vrije vorm 67">
                <a:extLst>
                  <a:ext uri="{FF2B5EF4-FFF2-40B4-BE49-F238E27FC236}">
                    <a16:creationId xmlns:a16="http://schemas.microsoft.com/office/drawing/2014/main" id="{C735B9D7-785F-44BE-A96D-82417C6E513F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68">
                <a:extLst>
                  <a:ext uri="{FF2B5EF4-FFF2-40B4-BE49-F238E27FC236}">
                    <a16:creationId xmlns:a16="http://schemas.microsoft.com/office/drawing/2014/main" id="{6DD9C13B-1F66-45FD-BBFD-498EFD4060A5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69">
                <a:extLst>
                  <a:ext uri="{FF2B5EF4-FFF2-40B4-BE49-F238E27FC236}">
                    <a16:creationId xmlns:a16="http://schemas.microsoft.com/office/drawing/2014/main" id="{4EF25D1D-AE36-41AE-8396-E6D9AD233A99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70">
                <a:extLst>
                  <a:ext uri="{FF2B5EF4-FFF2-40B4-BE49-F238E27FC236}">
                    <a16:creationId xmlns:a16="http://schemas.microsoft.com/office/drawing/2014/main" id="{A3FE378B-75AA-453A-80E5-475D5FADDEDD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1">
                <a:extLst>
                  <a:ext uri="{FF2B5EF4-FFF2-40B4-BE49-F238E27FC236}">
                    <a16:creationId xmlns:a16="http://schemas.microsoft.com/office/drawing/2014/main" id="{BFBB8E68-9618-44FF-859C-B0B1B5E3D44D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2">
                <a:extLst>
                  <a:ext uri="{FF2B5EF4-FFF2-40B4-BE49-F238E27FC236}">
                    <a16:creationId xmlns:a16="http://schemas.microsoft.com/office/drawing/2014/main" id="{D48F8FAC-647A-4528-95F9-82AFDA210693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3">
                <a:extLst>
                  <a:ext uri="{FF2B5EF4-FFF2-40B4-BE49-F238E27FC236}">
                    <a16:creationId xmlns:a16="http://schemas.microsoft.com/office/drawing/2014/main" id="{BFFB8B92-1BDE-489C-925A-DB2E62383F7C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0" name="Vrije vorm 74">
                <a:extLst>
                  <a:ext uri="{FF2B5EF4-FFF2-40B4-BE49-F238E27FC236}">
                    <a16:creationId xmlns:a16="http://schemas.microsoft.com/office/drawing/2014/main" id="{C8D8B0C0-9BEC-4EF2-BE19-2C3306B3FDC3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1" name="Vrije vorm 75">
                <a:extLst>
                  <a:ext uri="{FF2B5EF4-FFF2-40B4-BE49-F238E27FC236}">
                    <a16:creationId xmlns:a16="http://schemas.microsoft.com/office/drawing/2014/main" id="{2F206599-FD49-4B48-9A83-C37CD02BE3B8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2" name="Vrije vorm 76">
                <a:extLst>
                  <a:ext uri="{FF2B5EF4-FFF2-40B4-BE49-F238E27FC236}">
                    <a16:creationId xmlns:a16="http://schemas.microsoft.com/office/drawing/2014/main" id="{1FC67DED-6574-4BED-B400-B61ADF752FA4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3" name="Vrije vorm 77">
                <a:extLst>
                  <a:ext uri="{FF2B5EF4-FFF2-40B4-BE49-F238E27FC236}">
                    <a16:creationId xmlns:a16="http://schemas.microsoft.com/office/drawing/2014/main" id="{E995BCA6-3FEC-4430-8C47-8B48B900A6B8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4" name="Vrije vorm 78">
                <a:extLst>
                  <a:ext uri="{FF2B5EF4-FFF2-40B4-BE49-F238E27FC236}">
                    <a16:creationId xmlns:a16="http://schemas.microsoft.com/office/drawing/2014/main" id="{F65A78C4-21D2-4C9C-BE95-B807251B541E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35" name="Tijdelijke aanduiding voor tekst 11">
            <a:extLst>
              <a:ext uri="{FF2B5EF4-FFF2-40B4-BE49-F238E27FC236}">
                <a16:creationId xmlns:a16="http://schemas.microsoft.com/office/drawing/2014/main" id="{02E2BB6F-94D2-44B0-B011-CC24B579FF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599" y="1209600"/>
            <a:ext cx="9783377" cy="293225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GB"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buNone/>
            </a:pPr>
            <a:r>
              <a:rPr lang="en-GB" dirty="0" err="1"/>
              <a:t>Subtitel</a:t>
            </a:r>
            <a:r>
              <a:rPr lang="en-GB" dirty="0"/>
              <a:t> van </a:t>
            </a:r>
            <a:r>
              <a:rPr lang="en-GB" dirty="0" err="1"/>
              <a:t>deze</a:t>
            </a:r>
            <a:r>
              <a:rPr lang="en-GB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740825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DA0DC95-33EB-46B4-A201-121061FC776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055600" y="640800"/>
            <a:ext cx="9789733" cy="57904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nl-NL" sz="2400">
                <a:latin typeface="Segoe UI Black (Koppen)"/>
              </a:defRPr>
            </a:lvl1pPr>
          </a:lstStyle>
          <a:p>
            <a:pPr lvl="0"/>
            <a:r>
              <a:rPr lang="nl-NL"/>
              <a:t>Klik om de stijl te bewerken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D77C7DA-B630-452A-BE61-FFCA56D0F4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10" name="Tijdelijke aanduiding voor tekst 784">
            <a:extLst>
              <a:ext uri="{FF2B5EF4-FFF2-40B4-BE49-F238E27FC236}">
                <a16:creationId xmlns:a16="http://schemas.microsoft.com/office/drawing/2014/main" id="{D55974F4-8724-42CC-AF4B-C3DB1F474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1" name="Tijdelijke aanduiding voor dianummer 5">
            <a:extLst>
              <a:ext uri="{FF2B5EF4-FFF2-40B4-BE49-F238E27FC236}">
                <a16:creationId xmlns:a16="http://schemas.microsoft.com/office/drawing/2014/main" id="{5C232735-DB6E-46C1-AEE5-BAC08751AF0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663F9DE4-F345-459E-847E-EFC2CD335006}"/>
              </a:ext>
            </a:extLst>
          </p:cNvPr>
          <p:cNvSpPr/>
          <p:nvPr userDrawn="1"/>
        </p:nvSpPr>
        <p:spPr>
          <a:xfrm>
            <a:off x="1584494" y="1161095"/>
            <a:ext cx="324000" cy="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" name="Graphic 2">
            <a:extLst>
              <a:ext uri="{FF2B5EF4-FFF2-40B4-BE49-F238E27FC236}">
                <a16:creationId xmlns:a16="http://schemas.microsoft.com/office/drawing/2014/main" id="{7F3281DB-3F35-4D71-8F70-381368165E2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4" name="Vrije vorm 62">
              <a:extLst>
                <a:ext uri="{FF2B5EF4-FFF2-40B4-BE49-F238E27FC236}">
                  <a16:creationId xmlns:a16="http://schemas.microsoft.com/office/drawing/2014/main" id="{5DCB1319-7177-4B47-A9B6-0B58AE97BB62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 63">
              <a:extLst>
                <a:ext uri="{FF2B5EF4-FFF2-40B4-BE49-F238E27FC236}">
                  <a16:creationId xmlns:a16="http://schemas.microsoft.com/office/drawing/2014/main" id="{773541B1-D931-47E1-967C-10DADEF2532C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 64">
              <a:extLst>
                <a:ext uri="{FF2B5EF4-FFF2-40B4-BE49-F238E27FC236}">
                  <a16:creationId xmlns:a16="http://schemas.microsoft.com/office/drawing/2014/main" id="{917DFDFB-570C-4414-BFC5-3FC011920AE5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17" name="Graphic 2">
              <a:extLst>
                <a:ext uri="{FF2B5EF4-FFF2-40B4-BE49-F238E27FC236}">
                  <a16:creationId xmlns:a16="http://schemas.microsoft.com/office/drawing/2014/main" id="{F44F8ED0-E5D7-42D1-8590-78C9A82A6E5B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18" name="Vrije vorm 66">
                <a:extLst>
                  <a:ext uri="{FF2B5EF4-FFF2-40B4-BE49-F238E27FC236}">
                    <a16:creationId xmlns:a16="http://schemas.microsoft.com/office/drawing/2014/main" id="{5F2FCB0A-7C33-4FF7-918C-E4F5DC1CDAC3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9" name="Vrije vorm 67">
                <a:extLst>
                  <a:ext uri="{FF2B5EF4-FFF2-40B4-BE49-F238E27FC236}">
                    <a16:creationId xmlns:a16="http://schemas.microsoft.com/office/drawing/2014/main" id="{4B8E4DA9-A019-4D21-AE65-C329852488CD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0" name="Vrije vorm 68">
                <a:extLst>
                  <a:ext uri="{FF2B5EF4-FFF2-40B4-BE49-F238E27FC236}">
                    <a16:creationId xmlns:a16="http://schemas.microsoft.com/office/drawing/2014/main" id="{FD29C4D6-2BC5-4D4F-96C3-9FD3AC84E2EA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1" name="Vrije vorm 69">
                <a:extLst>
                  <a:ext uri="{FF2B5EF4-FFF2-40B4-BE49-F238E27FC236}">
                    <a16:creationId xmlns:a16="http://schemas.microsoft.com/office/drawing/2014/main" id="{3A22D4F9-CB42-4573-9119-B3C8A0F92246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2" name="Vrije vorm 70">
                <a:extLst>
                  <a:ext uri="{FF2B5EF4-FFF2-40B4-BE49-F238E27FC236}">
                    <a16:creationId xmlns:a16="http://schemas.microsoft.com/office/drawing/2014/main" id="{BC8ADA86-E4C3-47F1-BDE1-E4C9EBD8115E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3" name="Vrije vorm 71">
                <a:extLst>
                  <a:ext uri="{FF2B5EF4-FFF2-40B4-BE49-F238E27FC236}">
                    <a16:creationId xmlns:a16="http://schemas.microsoft.com/office/drawing/2014/main" id="{E87FB59D-3D00-46BA-BD93-FA4C3092A815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72">
                <a:extLst>
                  <a:ext uri="{FF2B5EF4-FFF2-40B4-BE49-F238E27FC236}">
                    <a16:creationId xmlns:a16="http://schemas.microsoft.com/office/drawing/2014/main" id="{C16589A1-4810-4682-9ED2-9ED21FFA3B74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73">
                <a:extLst>
                  <a:ext uri="{FF2B5EF4-FFF2-40B4-BE49-F238E27FC236}">
                    <a16:creationId xmlns:a16="http://schemas.microsoft.com/office/drawing/2014/main" id="{9B0F6917-4F92-4267-866E-F52E2C9CD853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74">
                <a:extLst>
                  <a:ext uri="{FF2B5EF4-FFF2-40B4-BE49-F238E27FC236}">
                    <a16:creationId xmlns:a16="http://schemas.microsoft.com/office/drawing/2014/main" id="{C569A199-82DB-435B-913A-34226BD66F5B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5">
                <a:extLst>
                  <a:ext uri="{FF2B5EF4-FFF2-40B4-BE49-F238E27FC236}">
                    <a16:creationId xmlns:a16="http://schemas.microsoft.com/office/drawing/2014/main" id="{D3A01CA9-6639-4442-B78E-644323826E84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6">
                <a:extLst>
                  <a:ext uri="{FF2B5EF4-FFF2-40B4-BE49-F238E27FC236}">
                    <a16:creationId xmlns:a16="http://schemas.microsoft.com/office/drawing/2014/main" id="{148D431F-D112-4D54-8F83-464A81D0FDDE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7">
                <a:extLst>
                  <a:ext uri="{FF2B5EF4-FFF2-40B4-BE49-F238E27FC236}">
                    <a16:creationId xmlns:a16="http://schemas.microsoft.com/office/drawing/2014/main" id="{9EEAFB50-12D4-48DC-AC09-6DD4BE243E8D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0" name="Vrije vorm 78">
                <a:extLst>
                  <a:ext uri="{FF2B5EF4-FFF2-40B4-BE49-F238E27FC236}">
                    <a16:creationId xmlns:a16="http://schemas.microsoft.com/office/drawing/2014/main" id="{6BC8CB38-5C6B-4291-AB33-8D127A107494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31" name="Tijdelijke aanduiding voor tekst 11">
            <a:extLst>
              <a:ext uri="{FF2B5EF4-FFF2-40B4-BE49-F238E27FC236}">
                <a16:creationId xmlns:a16="http://schemas.microsoft.com/office/drawing/2014/main" id="{E1CD5BC9-2C30-43CD-98F1-46539C4A2B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599" y="1222368"/>
            <a:ext cx="9783377" cy="293225"/>
          </a:xfrm>
        </p:spPr>
        <p:txBody>
          <a:bodyPr vert="horz" lIns="0" tIns="45720" rIns="0" bIns="45720" rtlCol="0">
            <a:normAutofit/>
          </a:bodyPr>
          <a:lstStyle>
            <a:lvl1pPr>
              <a:defRPr lang="en-GB" sz="1600" b="1" i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buNone/>
            </a:pPr>
            <a:r>
              <a:rPr lang="en-GB" dirty="0" err="1"/>
              <a:t>Subtitel</a:t>
            </a:r>
            <a:r>
              <a:rPr lang="en-GB" dirty="0"/>
              <a:t> van </a:t>
            </a:r>
            <a:r>
              <a:rPr lang="en-GB" dirty="0" err="1"/>
              <a:t>deze</a:t>
            </a:r>
            <a:r>
              <a:rPr lang="en-GB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1658315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1463352-DFF8-402C-ADF9-90AB3190021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" r="77922" b="61482"/>
          <a:stretch>
            <a:fillRect/>
          </a:stretch>
        </p:blipFill>
        <p:spPr>
          <a:xfrm>
            <a:off x="1054910" y="2"/>
            <a:ext cx="1980000" cy="1980000"/>
          </a:xfrm>
          <a:custGeom>
            <a:avLst/>
            <a:gdLst>
              <a:gd name="connsiteX0" fmla="*/ 0 w 1994387"/>
              <a:gd name="connsiteY0" fmla="*/ 0 h 1981199"/>
              <a:gd name="connsiteX1" fmla="*/ 1994387 w 1994387"/>
              <a:gd name="connsiteY1" fmla="*/ 0 h 1981199"/>
              <a:gd name="connsiteX2" fmla="*/ 1994387 w 1994387"/>
              <a:gd name="connsiteY2" fmla="*/ 1981199 h 1981199"/>
              <a:gd name="connsiteX3" fmla="*/ 0 w 1994387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4387" h="1981199">
                <a:moveTo>
                  <a:pt x="0" y="0"/>
                </a:moveTo>
                <a:lnTo>
                  <a:pt x="1994387" y="0"/>
                </a:lnTo>
                <a:lnTo>
                  <a:pt x="1994387" y="1981199"/>
                </a:lnTo>
                <a:lnTo>
                  <a:pt x="0" y="1981199"/>
                </a:lnTo>
                <a:close/>
              </a:path>
            </a:pathLst>
          </a:cu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F7149C3-DA02-476A-879A-62E24100B4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7" r="97049" b="61482"/>
          <a:stretch>
            <a:fillRect/>
          </a:stretch>
        </p:blipFill>
        <p:spPr>
          <a:xfrm>
            <a:off x="11877617" y="4462981"/>
            <a:ext cx="327225" cy="1981199"/>
          </a:xfrm>
          <a:custGeom>
            <a:avLst/>
            <a:gdLst>
              <a:gd name="connsiteX0" fmla="*/ 0 w 245419"/>
              <a:gd name="connsiteY0" fmla="*/ 0 h 1981199"/>
              <a:gd name="connsiteX1" fmla="*/ 245419 w 245419"/>
              <a:gd name="connsiteY1" fmla="*/ 0 h 1981199"/>
              <a:gd name="connsiteX2" fmla="*/ 245419 w 245419"/>
              <a:gd name="connsiteY2" fmla="*/ 1981199 h 1981199"/>
              <a:gd name="connsiteX3" fmla="*/ 0 w 245419"/>
              <a:gd name="connsiteY3" fmla="*/ 1981199 h 198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19" h="1981199">
                <a:moveTo>
                  <a:pt x="0" y="0"/>
                </a:moveTo>
                <a:lnTo>
                  <a:pt x="245419" y="0"/>
                </a:lnTo>
                <a:lnTo>
                  <a:pt x="245419" y="1981199"/>
                </a:lnTo>
                <a:lnTo>
                  <a:pt x="0" y="1981199"/>
                </a:lnTo>
                <a:close/>
              </a:path>
            </a:pathLst>
          </a:custGeom>
        </p:spPr>
      </p:pic>
      <p:sp>
        <p:nvSpPr>
          <p:cNvPr id="9" name="Tijdelijke aanduiding voor tekst 784">
            <a:extLst>
              <a:ext uri="{FF2B5EF4-FFF2-40B4-BE49-F238E27FC236}">
                <a16:creationId xmlns:a16="http://schemas.microsoft.com/office/drawing/2014/main" id="{1AFA4875-B1B9-4DE4-8370-58E8296556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001" y="4882187"/>
            <a:ext cx="211203" cy="1180997"/>
          </a:xfrm>
        </p:spPr>
        <p:txBody>
          <a:bodyPr vert="vert270" wrap="none" lIns="72000" tIns="72000" rIns="0" bIns="180000">
            <a:spAutoFit/>
          </a:bodyPr>
          <a:lstStyle>
            <a:lvl1pPr marL="0" indent="0" algn="l">
              <a:buNone/>
              <a:defRPr sz="900">
                <a:latin typeface="Segoe UI Light (Hoofdtekst)"/>
              </a:defRPr>
            </a:lvl1pPr>
          </a:lstStyle>
          <a:p>
            <a:pPr lvl="0"/>
            <a:r>
              <a:rPr lang="nl-NL" dirty="0"/>
              <a:t>TITEL HOOFDSTUK</a:t>
            </a:r>
            <a:endParaRPr lang="en-GB" dirty="0"/>
          </a:p>
        </p:txBody>
      </p:sp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3559CCBD-3774-4C3D-8AC2-64FE97E31907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528000" cy="39600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1000" smtClean="0">
                <a:latin typeface="Segoe UI Light (Hoofdtekst)"/>
              </a:rPr>
              <a:pPr/>
              <a:t>‹#›</a:t>
            </a:fld>
            <a:endParaRPr lang="nl-BE" sz="1000">
              <a:latin typeface="Segoe UI Light (Hoofdtekst)"/>
            </a:endParaRPr>
          </a:p>
        </p:txBody>
      </p:sp>
      <p:grpSp>
        <p:nvGrpSpPr>
          <p:cNvPr id="12" name="Graphic 2">
            <a:extLst>
              <a:ext uri="{FF2B5EF4-FFF2-40B4-BE49-F238E27FC236}">
                <a16:creationId xmlns:a16="http://schemas.microsoft.com/office/drawing/2014/main" id="{E5DC9102-9191-45CA-AAA6-241097CC11B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5229" y="6513399"/>
            <a:ext cx="814935" cy="291600"/>
            <a:chOff x="-1597345" y="233060"/>
            <a:chExt cx="9980364" cy="3571175"/>
          </a:xfrm>
        </p:grpSpPr>
        <p:sp>
          <p:nvSpPr>
            <p:cNvPr id="13" name="Vrije vorm 62">
              <a:extLst>
                <a:ext uri="{FF2B5EF4-FFF2-40B4-BE49-F238E27FC236}">
                  <a16:creationId xmlns:a16="http://schemas.microsoft.com/office/drawing/2014/main" id="{69714FBF-EFF3-4269-BA6D-764519EEB2B0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" name="Vrije vorm 63">
              <a:extLst>
                <a:ext uri="{FF2B5EF4-FFF2-40B4-BE49-F238E27FC236}">
                  <a16:creationId xmlns:a16="http://schemas.microsoft.com/office/drawing/2014/main" id="{AA91B933-D95A-413C-AE49-4333390B603D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 64">
              <a:extLst>
                <a:ext uri="{FF2B5EF4-FFF2-40B4-BE49-F238E27FC236}">
                  <a16:creationId xmlns:a16="http://schemas.microsoft.com/office/drawing/2014/main" id="{CF9F4F6E-4C8A-43AB-9BFD-8ED53DE04508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53DA38A7-7A8E-460E-B08B-E17113165BA3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17" name="Vrije vorm 66">
                <a:extLst>
                  <a:ext uri="{FF2B5EF4-FFF2-40B4-BE49-F238E27FC236}">
                    <a16:creationId xmlns:a16="http://schemas.microsoft.com/office/drawing/2014/main" id="{56CBF52E-DB61-4E64-97CE-BA650DB44DCC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8" name="Vrije vorm 67">
                <a:extLst>
                  <a:ext uri="{FF2B5EF4-FFF2-40B4-BE49-F238E27FC236}">
                    <a16:creationId xmlns:a16="http://schemas.microsoft.com/office/drawing/2014/main" id="{35829CBA-E198-45C8-A762-0E856DFEB075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9" name="Vrije vorm 68">
                <a:extLst>
                  <a:ext uri="{FF2B5EF4-FFF2-40B4-BE49-F238E27FC236}">
                    <a16:creationId xmlns:a16="http://schemas.microsoft.com/office/drawing/2014/main" id="{7F21E273-8863-4184-96A7-01AF19EACF9D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0" name="Vrije vorm 69">
                <a:extLst>
                  <a:ext uri="{FF2B5EF4-FFF2-40B4-BE49-F238E27FC236}">
                    <a16:creationId xmlns:a16="http://schemas.microsoft.com/office/drawing/2014/main" id="{6916D7CD-DA1E-4384-8D48-FF4EC2915416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1" name="Vrije vorm 70">
                <a:extLst>
                  <a:ext uri="{FF2B5EF4-FFF2-40B4-BE49-F238E27FC236}">
                    <a16:creationId xmlns:a16="http://schemas.microsoft.com/office/drawing/2014/main" id="{BD568511-5CC0-4D4A-A141-F66C6D96A6BC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2" name="Vrije vorm 71">
                <a:extLst>
                  <a:ext uri="{FF2B5EF4-FFF2-40B4-BE49-F238E27FC236}">
                    <a16:creationId xmlns:a16="http://schemas.microsoft.com/office/drawing/2014/main" id="{264E4AB4-A08B-4129-98E5-112E2A8BBF3C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3" name="Vrije vorm 72">
                <a:extLst>
                  <a:ext uri="{FF2B5EF4-FFF2-40B4-BE49-F238E27FC236}">
                    <a16:creationId xmlns:a16="http://schemas.microsoft.com/office/drawing/2014/main" id="{631E881D-3ADB-4357-BB1C-2A7649C6B867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4" name="Vrije vorm 73">
                <a:extLst>
                  <a:ext uri="{FF2B5EF4-FFF2-40B4-BE49-F238E27FC236}">
                    <a16:creationId xmlns:a16="http://schemas.microsoft.com/office/drawing/2014/main" id="{249FA616-0C3A-40BC-AD0C-8F4452B776AF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5" name="Vrije vorm 74">
                <a:extLst>
                  <a:ext uri="{FF2B5EF4-FFF2-40B4-BE49-F238E27FC236}">
                    <a16:creationId xmlns:a16="http://schemas.microsoft.com/office/drawing/2014/main" id="{69EA6605-5E6B-4EF3-8CAA-73077BBB4EEA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6" name="Vrije vorm 75">
                <a:extLst>
                  <a:ext uri="{FF2B5EF4-FFF2-40B4-BE49-F238E27FC236}">
                    <a16:creationId xmlns:a16="http://schemas.microsoft.com/office/drawing/2014/main" id="{4FC5891F-4A3C-43F8-862A-B7682D1E2D57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7" name="Vrije vorm 76">
                <a:extLst>
                  <a:ext uri="{FF2B5EF4-FFF2-40B4-BE49-F238E27FC236}">
                    <a16:creationId xmlns:a16="http://schemas.microsoft.com/office/drawing/2014/main" id="{91D15DC3-66E4-45B8-A695-EEEB69362215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8" name="Vrije vorm 77">
                <a:extLst>
                  <a:ext uri="{FF2B5EF4-FFF2-40B4-BE49-F238E27FC236}">
                    <a16:creationId xmlns:a16="http://schemas.microsoft.com/office/drawing/2014/main" id="{63F94376-3DFD-44F4-BDF2-05616B00F1C1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9" name="Vrije vorm 78">
                <a:extLst>
                  <a:ext uri="{FF2B5EF4-FFF2-40B4-BE49-F238E27FC236}">
                    <a16:creationId xmlns:a16="http://schemas.microsoft.com/office/drawing/2014/main" id="{966DA941-BC55-419B-B11C-FA0707778DB9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987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BE" dirty="0"/>
              <a:t>Titelstijl van model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de tekststijl van het model te bewerken</a:t>
            </a:r>
          </a:p>
          <a:p>
            <a:pPr lvl="1"/>
            <a:r>
              <a:rPr lang="nl-BE" dirty="0"/>
              <a:t>Tweede niveau</a:t>
            </a:r>
          </a:p>
          <a:p>
            <a:pPr lvl="2"/>
            <a:r>
              <a:rPr lang="nl-BE" dirty="0"/>
              <a:t>Derde niveau</a:t>
            </a:r>
          </a:p>
          <a:p>
            <a:pPr lvl="3"/>
            <a:r>
              <a:rPr lang="nl-BE" dirty="0"/>
              <a:t>Vierde niveau</a:t>
            </a:r>
          </a:p>
          <a:p>
            <a:pPr lvl="4"/>
            <a:r>
              <a:rPr lang="nl-BE" dirty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119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30" r:id="rId3"/>
    <p:sldLayoutId id="2147483841" r:id="rId4"/>
    <p:sldLayoutId id="2147483831" r:id="rId5"/>
    <p:sldLayoutId id="2147483842" r:id="rId6"/>
    <p:sldLayoutId id="2147483843" r:id="rId7"/>
    <p:sldLayoutId id="2147483832" r:id="rId8"/>
    <p:sldLayoutId id="2147483833" r:id="rId9"/>
    <p:sldLayoutId id="2147483834" r:id="rId10"/>
    <p:sldLayoutId id="2147483835" r:id="rId11"/>
    <p:sldLayoutId id="2147483836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imo.libis.be/VIVES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hans-naert/reactapp-Master-React-in-5-Days" TargetMode="External"/><Relationship Id="rId4" Type="http://schemas.openxmlformats.org/officeDocument/2006/relationships/hyperlink" Target="https://doi.org/10.1007/978-1-4842-9855-8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learn/start-a-new-react-project#production-grade-react-frameworks" TargetMode="External"/><Relationship Id="rId2" Type="http://schemas.openxmlformats.org/officeDocument/2006/relationships/hyperlink" Target="https://github.com/hans-naert/reactapp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ebpack.js.org/" TargetMode="External"/><Relationship Id="rId2" Type="http://schemas.openxmlformats.org/officeDocument/2006/relationships/hyperlink" Target="https://babeljs.i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microsoftedge.microsoft.com/addons/detail/react-developer-tools/gpphkfbcpidddadnkolkpfckpihlkkil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D5BC26-B6C9-EF54-7C18-1B45C642D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 err="1"/>
              <a:t>React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BCB58FD-AC63-BEE1-AE29-D64767C66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7613" y="1603809"/>
            <a:ext cx="3027679" cy="642257"/>
          </a:xfrm>
        </p:spPr>
        <p:txBody>
          <a:bodyPr/>
          <a:lstStyle/>
          <a:p>
            <a:r>
              <a:rPr lang="en-US" sz="1800" b="1" i="0" u="none" strike="noStrike" baseline="0" dirty="0">
                <a:solidFill>
                  <a:srgbClr val="221E1F"/>
                </a:solidFill>
                <a:latin typeface="Arial Narrow MT Std"/>
              </a:rPr>
              <a:t>Master React in 5 Days</a:t>
            </a:r>
            <a:endParaRPr lang="nl-BE" dirty="0"/>
          </a:p>
        </p:txBody>
      </p:sp>
      <p:pic>
        <p:nvPicPr>
          <p:cNvPr id="14" name="Picture 13" descr="A book cover with text and a computer screen&#10;&#10;Description automatically generated">
            <a:extLst>
              <a:ext uri="{FF2B5EF4-FFF2-40B4-BE49-F238E27FC236}">
                <a16:creationId xmlns:a16="http://schemas.microsoft.com/office/drawing/2014/main" id="{B1DB72E1-F66F-EF66-3279-97D52528B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36" y="2222062"/>
            <a:ext cx="2870709" cy="43529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BECB7A8-E5FF-73E3-C957-FCF5B3183D42}"/>
              </a:ext>
            </a:extLst>
          </p:cNvPr>
          <p:cNvSpPr txBox="1"/>
          <p:nvPr/>
        </p:nvSpPr>
        <p:spPr>
          <a:xfrm>
            <a:off x="4173415" y="3761374"/>
            <a:ext cx="8032871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b="0" i="0" dirty="0" err="1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Sarrion</a:t>
            </a:r>
            <a:r>
              <a:rPr lang="en-US" b="0" i="0" dirty="0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, E. (2023). </a:t>
            </a:r>
            <a:r>
              <a:rPr lang="en-US" b="0" i="1" dirty="0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Master React in 5 Days: Become a React Expert in Under a Week </a:t>
            </a:r>
            <a:r>
              <a:rPr lang="en-US" b="0" i="0" dirty="0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(1st ed. 2023.). </a:t>
            </a:r>
            <a:r>
              <a:rPr lang="en-US" b="0" i="0" dirty="0" err="1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Apress</a:t>
            </a:r>
            <a:r>
              <a:rPr lang="en-US" b="0" i="0" dirty="0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.</a:t>
            </a:r>
            <a:br>
              <a:rPr lang="en-US" b="0" i="0" dirty="0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</a:br>
            <a:endParaRPr lang="en-US" b="0" i="0" dirty="0">
              <a:solidFill>
                <a:srgbClr val="262626"/>
              </a:solidFill>
              <a:effectLst/>
              <a:latin typeface="Open Sans" panose="020F0502020204030204" pitchFamily="34" charset="0"/>
            </a:endParaRPr>
          </a:p>
          <a:p>
            <a:pPr algn="l"/>
            <a:r>
              <a:rPr lang="en-US" b="0" i="0" dirty="0" err="1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ebook</a:t>
            </a:r>
            <a:r>
              <a:rPr lang="en-US" b="0" i="0" dirty="0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US" b="0" i="0" dirty="0" err="1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beschikbaar</a:t>
            </a:r>
            <a:r>
              <a:rPr lang="en-US" b="0" i="0" dirty="0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 op </a:t>
            </a:r>
            <a:r>
              <a:rPr lang="en-US" b="0" i="0" u="sng" dirty="0">
                <a:solidFill>
                  <a:srgbClr val="2075A3"/>
                </a:solidFill>
                <a:effectLst/>
                <a:latin typeface="Open Sans" panose="020F0502020204030204" pitchFamily="34" charset="0"/>
                <a:hlinkClick r:id="rId3"/>
              </a:rPr>
              <a:t>https://limo.libis.be/VIVES</a:t>
            </a:r>
            <a:endParaRPr lang="en-US" b="0" i="0" dirty="0">
              <a:solidFill>
                <a:srgbClr val="262626"/>
              </a:solidFill>
              <a:effectLst/>
              <a:latin typeface="Open Sans" panose="020F0502020204030204" pitchFamily="34" charset="0"/>
            </a:endParaRPr>
          </a:p>
          <a:p>
            <a:pPr algn="l"/>
            <a:br>
              <a:rPr lang="en-US" b="0" i="0" u="sng" dirty="0">
                <a:solidFill>
                  <a:srgbClr val="2075A3"/>
                </a:solidFill>
                <a:effectLst/>
                <a:latin typeface="Open Sans" panose="020F0502020204030204" pitchFamily="34" charset="0"/>
                <a:hlinkClick r:id="rId4"/>
              </a:rPr>
            </a:br>
            <a:r>
              <a:rPr lang="en-US" b="0" i="0" u="sng" dirty="0">
                <a:solidFill>
                  <a:srgbClr val="2075A3"/>
                </a:solidFill>
                <a:effectLst/>
                <a:latin typeface="Open Sans" panose="020F0502020204030204" pitchFamily="34" charset="0"/>
                <a:hlinkClick r:id="rId4"/>
              </a:rPr>
              <a:t>https://doi.org/10.1007/978-1-4842-9855-8</a:t>
            </a:r>
            <a:endParaRPr lang="en-US" b="0" i="0" u="sng" dirty="0">
              <a:solidFill>
                <a:srgbClr val="2075A3"/>
              </a:solidFill>
              <a:effectLst/>
              <a:latin typeface="Open Sans" panose="020F0502020204030204" pitchFamily="34" charset="0"/>
            </a:endParaRPr>
          </a:p>
          <a:p>
            <a:pPr algn="l"/>
            <a:endParaRPr lang="en-US" u="sng" dirty="0">
              <a:solidFill>
                <a:srgbClr val="2075A3"/>
              </a:solidFill>
              <a:latin typeface="Open Sans" panose="020F0502020204030204" pitchFamily="34" charset="0"/>
            </a:endParaRPr>
          </a:p>
          <a:p>
            <a:pPr algn="l"/>
            <a:r>
              <a:rPr lang="nl-BE" u="sng" dirty="0">
                <a:solidFill>
                  <a:srgbClr val="2075A3"/>
                </a:solidFill>
                <a:latin typeface="Open Sans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hans-naert/reactapp-Master-React-in-5-Days (github.com)</a:t>
            </a:r>
            <a:endParaRPr lang="en-US" u="sng" dirty="0">
              <a:solidFill>
                <a:srgbClr val="2075A3"/>
              </a:solidFill>
              <a:latin typeface="Open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451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FCA29C-610E-9CC2-4089-64F312FC59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B2D94-C27A-ADA4-B506-8FBDD3F4D8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76327" y="522270"/>
            <a:ext cx="384721" cy="923330"/>
          </a:xfrm>
        </p:spPr>
        <p:txBody>
          <a:bodyPr/>
          <a:lstStyle/>
          <a:p>
            <a:r>
              <a:rPr lang="en-US" dirty="0"/>
              <a:t>1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F60DE-BFD9-4EB5-1196-B879A4805C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76327" y="1372150"/>
            <a:ext cx="384721" cy="923330"/>
          </a:xfrm>
        </p:spPr>
        <p:txBody>
          <a:bodyPr/>
          <a:lstStyle/>
          <a:p>
            <a:r>
              <a:rPr lang="en-US" dirty="0"/>
              <a:t>2</a:t>
            </a:r>
            <a:endParaRPr lang="en-B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A0884D-76E5-CBEB-FD15-FDF9C90F48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4333" y="4771671"/>
            <a:ext cx="384721" cy="923330"/>
          </a:xfrm>
        </p:spPr>
        <p:txBody>
          <a:bodyPr/>
          <a:lstStyle/>
          <a:p>
            <a:r>
              <a:rPr lang="en-US" dirty="0"/>
              <a:t>6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5366BB-3D7B-FA1E-FA7D-A92AD83293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74333" y="2222030"/>
            <a:ext cx="384721" cy="923330"/>
          </a:xfrm>
        </p:spPr>
        <p:txBody>
          <a:bodyPr/>
          <a:lstStyle/>
          <a:p>
            <a:r>
              <a:rPr lang="en-US" dirty="0"/>
              <a:t>3</a:t>
            </a:r>
            <a:endParaRPr lang="en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574B66-42EC-FF3A-180C-27C969C7B1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74333" y="3071910"/>
            <a:ext cx="384721" cy="923330"/>
          </a:xfrm>
        </p:spPr>
        <p:txBody>
          <a:bodyPr/>
          <a:lstStyle/>
          <a:p>
            <a:r>
              <a:rPr lang="en-US" dirty="0"/>
              <a:t>4</a:t>
            </a:r>
            <a:endParaRPr lang="en-B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4FFC1D-720D-0A36-29D0-6246692DB9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74333" y="3921790"/>
            <a:ext cx="384721" cy="923330"/>
          </a:xfrm>
        </p:spPr>
        <p:txBody>
          <a:bodyPr/>
          <a:lstStyle/>
          <a:p>
            <a:r>
              <a:rPr lang="en-US" dirty="0"/>
              <a:t>5</a:t>
            </a:r>
            <a:endParaRPr lang="en-BE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694B98-6A15-D8CE-B667-B907250BED1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18120" y="910486"/>
            <a:ext cx="3015569" cy="461665"/>
          </a:xfrm>
        </p:spPr>
        <p:txBody>
          <a:bodyPr/>
          <a:lstStyle/>
          <a:p>
            <a:r>
              <a:rPr lang="en-US" dirty="0"/>
              <a:t>React Components</a:t>
            </a:r>
            <a:endParaRPr lang="en-B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0BD768-B7B0-2453-A792-43F80A3524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18120" y="5155148"/>
            <a:ext cx="3425938" cy="461665"/>
          </a:xfrm>
        </p:spPr>
        <p:txBody>
          <a:bodyPr/>
          <a:lstStyle/>
          <a:p>
            <a:r>
              <a:rPr lang="en-US" dirty="0" err="1"/>
              <a:t>Javascript</a:t>
            </a:r>
            <a:r>
              <a:rPr lang="en-US" dirty="0"/>
              <a:t> Reminders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50506C1-D8E8-78DC-7BDF-074AAD97E68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918120" y="4306214"/>
            <a:ext cx="3441968" cy="461665"/>
          </a:xfrm>
        </p:spPr>
        <p:txBody>
          <a:bodyPr/>
          <a:lstStyle/>
          <a:p>
            <a:r>
              <a:rPr lang="en-US" dirty="0"/>
              <a:t>Application: Task List</a:t>
            </a:r>
            <a:endParaRPr lang="en-BE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748F442-78C3-0695-9697-719126BD0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918120" y="3457282"/>
            <a:ext cx="1154483" cy="461665"/>
          </a:xfrm>
        </p:spPr>
        <p:txBody>
          <a:bodyPr/>
          <a:lstStyle/>
          <a:p>
            <a:r>
              <a:rPr lang="en-US" dirty="0"/>
              <a:t>Hooks</a:t>
            </a:r>
            <a:endParaRPr lang="en-B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2B8C16-979A-2FA6-DF9B-8F3ECFDEE9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922680" y="2608350"/>
            <a:ext cx="2502608" cy="461665"/>
          </a:xfrm>
        </p:spPr>
        <p:txBody>
          <a:bodyPr/>
          <a:lstStyle/>
          <a:p>
            <a:r>
              <a:rPr lang="en-US" dirty="0"/>
              <a:t>Event Handling</a:t>
            </a:r>
            <a:endParaRPr lang="en-BE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7F9FCCB-2DAA-1907-B5D8-185BB77F47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18120" y="1759418"/>
            <a:ext cx="1579278" cy="461665"/>
          </a:xfrm>
        </p:spPr>
        <p:txBody>
          <a:bodyPr/>
          <a:lstStyle/>
          <a:p>
            <a:r>
              <a:rPr lang="en-US" dirty="0"/>
              <a:t>JSX Code</a:t>
            </a:r>
            <a:endParaRPr lang="en-BE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8A5006A-CE9E-14BF-4585-E46704B3F4B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99C1479-8666-4A71-AF13-8B14AE54994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45A8FF3-114B-7B52-8058-1742FC2AD25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5997E6E-BFB4-1918-04AE-BE691632AE0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4EFB2B3-5F0F-6250-F9F3-6231894D865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87DE53E-2F9C-1EE4-7FB5-947E7AFEED9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43364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1: React Components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use React</a:t>
            </a:r>
          </a:p>
          <a:p>
            <a:r>
              <a:rPr lang="en-US" dirty="0"/>
              <a:t>React Virtual DOM</a:t>
            </a:r>
          </a:p>
          <a:p>
            <a:r>
              <a:rPr lang="en-US" dirty="0"/>
              <a:t>Decomposing an Application into Components</a:t>
            </a:r>
          </a:p>
          <a:p>
            <a:r>
              <a:rPr lang="en-US" dirty="0"/>
              <a:t>Analyzing the Main Files of the React Application</a:t>
            </a:r>
          </a:p>
          <a:p>
            <a:r>
              <a:rPr lang="en-US" dirty="0"/>
              <a:t>JSX Syntax in React</a:t>
            </a:r>
          </a:p>
          <a:p>
            <a:r>
              <a:rPr lang="en-US" dirty="0"/>
              <a:t>Creating a First React Component</a:t>
            </a:r>
            <a:endParaRPr lang="en-BE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Inhoud</a:t>
            </a:r>
            <a:endParaRPr lang="en-BE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21134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1: React Components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Wat?</a:t>
            </a:r>
          </a:p>
          <a:p>
            <a:pPr lvl="1"/>
            <a:r>
              <a:rPr lang="en-US" dirty="0"/>
              <a:t>Open source library om </a:t>
            </a:r>
            <a:r>
              <a:rPr lang="en-US" dirty="0" err="1"/>
              <a:t>interactieve</a:t>
            </a:r>
            <a:r>
              <a:rPr lang="en-US" dirty="0"/>
              <a:t> user interfaces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Web Apps</a:t>
            </a:r>
          </a:p>
          <a:p>
            <a:r>
              <a:rPr lang="en-US" dirty="0" err="1"/>
              <a:t>Waarom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Herbruikbare</a:t>
            </a:r>
            <a:r>
              <a:rPr lang="en-US" dirty="0"/>
              <a:t> </a:t>
            </a:r>
            <a:r>
              <a:rPr lang="en-US" dirty="0" err="1"/>
              <a:t>componenten</a:t>
            </a:r>
            <a:endParaRPr lang="en-US" dirty="0"/>
          </a:p>
          <a:p>
            <a:pPr lvl="1"/>
            <a:r>
              <a:rPr lang="en-US" dirty="0"/>
              <a:t>Virtual DOM: </a:t>
            </a:r>
            <a:r>
              <a:rPr lang="en-US" dirty="0" err="1"/>
              <a:t>representatie</a:t>
            </a:r>
            <a:r>
              <a:rPr lang="en-US" dirty="0"/>
              <a:t> van de UI in het </a:t>
            </a:r>
            <a:r>
              <a:rPr lang="en-US" dirty="0" err="1"/>
              <a:t>geheugen</a:t>
            </a:r>
            <a:endParaRPr lang="en-US" dirty="0"/>
          </a:p>
          <a:p>
            <a:pPr lvl="1"/>
            <a:r>
              <a:rPr lang="en-US" dirty="0" err="1"/>
              <a:t>Documentatie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grote</a:t>
            </a:r>
            <a:r>
              <a:rPr lang="en-US" dirty="0"/>
              <a:t> community die </a:t>
            </a:r>
            <a:r>
              <a:rPr lang="en-US" dirty="0" err="1"/>
              <a:t>meebouwt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React</a:t>
            </a:r>
          </a:p>
          <a:p>
            <a:pPr lvl="1"/>
            <a:r>
              <a:rPr lang="en-US" dirty="0"/>
              <a:t>Multi-platform: Web, mobile, desktop</a:t>
            </a:r>
          </a:p>
          <a:p>
            <a:pPr lvl="1"/>
            <a:r>
              <a:rPr lang="en-US" dirty="0"/>
              <a:t>React Native</a:t>
            </a:r>
          </a:p>
          <a:p>
            <a:pPr lvl="1"/>
            <a:r>
              <a:rPr lang="en-US" dirty="0" err="1"/>
              <a:t>Ecosysteem</a:t>
            </a:r>
            <a:r>
              <a:rPr lang="en-US" dirty="0"/>
              <a:t>: Redux, </a:t>
            </a:r>
            <a:r>
              <a:rPr lang="en-US" dirty="0" err="1"/>
              <a:t>GraphQL</a:t>
            </a:r>
            <a:r>
              <a:rPr lang="en-US" dirty="0"/>
              <a:t>, Next.js, Gatsby, Material UI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BE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Why Use React</a:t>
            </a:r>
            <a:endParaRPr lang="en-BE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1014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1: React Components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 DOM:</a:t>
            </a:r>
          </a:p>
          <a:p>
            <a:pPr lvl="1"/>
            <a:r>
              <a:rPr lang="en-US" dirty="0" err="1"/>
              <a:t>representatie</a:t>
            </a:r>
            <a:r>
              <a:rPr lang="en-US" dirty="0"/>
              <a:t> van de UI in het </a:t>
            </a:r>
            <a:r>
              <a:rPr lang="en-US" dirty="0" err="1"/>
              <a:t>geheugen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lichte</a:t>
            </a:r>
            <a:r>
              <a:rPr lang="en-US" dirty="0"/>
              <a:t> </a:t>
            </a:r>
            <a:r>
              <a:rPr lang="en-US" dirty="0" err="1"/>
              <a:t>kopie</a:t>
            </a:r>
            <a:r>
              <a:rPr lang="en-US" dirty="0"/>
              <a:t> van de </a:t>
            </a:r>
            <a:r>
              <a:rPr lang="en-US" dirty="0" err="1"/>
              <a:t>echte</a:t>
            </a:r>
            <a:r>
              <a:rPr lang="en-US" dirty="0"/>
              <a:t> DOM)</a:t>
            </a:r>
          </a:p>
          <a:p>
            <a:pPr lvl="1"/>
            <a:r>
              <a:rPr lang="en-US" dirty="0"/>
              <a:t>DOM </a:t>
            </a:r>
            <a:r>
              <a:rPr lang="en-US" dirty="0" err="1"/>
              <a:t>aanpassingen</a:t>
            </a:r>
            <a:r>
              <a:rPr lang="en-US" dirty="0"/>
              <a:t> </a:t>
            </a:r>
            <a:r>
              <a:rPr lang="en-US" dirty="0" err="1"/>
              <a:t>traag</a:t>
            </a:r>
            <a:r>
              <a:rPr lang="en-US" dirty="0"/>
              <a:t> =&gt; </a:t>
            </a:r>
            <a:r>
              <a:rPr lang="en-US" dirty="0" err="1"/>
              <a:t>componenten</a:t>
            </a:r>
            <a:r>
              <a:rPr lang="en-US" dirty="0"/>
              <a:t> </a:t>
            </a:r>
            <a:r>
              <a:rPr lang="en-US" dirty="0" err="1"/>
              <a:t>passen</a:t>
            </a:r>
            <a:r>
              <a:rPr lang="en-US" dirty="0"/>
              <a:t> Virtual DOM </a:t>
            </a:r>
            <a:r>
              <a:rPr lang="en-US" dirty="0" err="1"/>
              <a:t>aan</a:t>
            </a:r>
            <a:endParaRPr lang="en-US" dirty="0"/>
          </a:p>
          <a:p>
            <a:pPr lvl="1"/>
            <a:r>
              <a:rPr lang="en-US" dirty="0" err="1"/>
              <a:t>wijziging</a:t>
            </a:r>
            <a:r>
              <a:rPr lang="en-US" dirty="0"/>
              <a:t> status =&gt; </a:t>
            </a:r>
            <a:r>
              <a:rPr lang="en-US" dirty="0" err="1"/>
              <a:t>aanpassing</a:t>
            </a:r>
            <a:r>
              <a:rPr lang="en-US" dirty="0"/>
              <a:t> van Virtual DOM</a:t>
            </a:r>
          </a:p>
          <a:p>
            <a:pPr lvl="1"/>
            <a:r>
              <a:rPr lang="en-US" dirty="0" err="1"/>
              <a:t>Reconciliatie</a:t>
            </a:r>
            <a:r>
              <a:rPr lang="en-US" dirty="0"/>
              <a:t> (render):</a:t>
            </a:r>
          </a:p>
          <a:p>
            <a:pPr lvl="2"/>
            <a:r>
              <a:rPr lang="en-US" dirty="0" err="1"/>
              <a:t>vergelijken</a:t>
            </a:r>
            <a:r>
              <a:rPr lang="en-US" dirty="0"/>
              <a:t> van </a:t>
            </a:r>
            <a:r>
              <a:rPr lang="en-US" dirty="0" err="1"/>
              <a:t>oude</a:t>
            </a:r>
            <a:r>
              <a:rPr lang="en-US" dirty="0"/>
              <a:t> Virtual DOM </a:t>
            </a:r>
            <a:r>
              <a:rPr lang="en-US" dirty="0">
                <a:sym typeface="Wingdings" panose="05000000000000000000" pitchFamily="2" charset="2"/>
              </a:rPr>
              <a:t> </a:t>
            </a:r>
            <a:r>
              <a:rPr lang="en-US" dirty="0" err="1">
                <a:sym typeface="Wingdings" panose="05000000000000000000" pitchFamily="2" charset="2"/>
              </a:rPr>
              <a:t>nieuwe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Virtuale</a:t>
            </a:r>
            <a:r>
              <a:rPr lang="en-US" dirty="0">
                <a:sym typeface="Wingdings" panose="05000000000000000000" pitchFamily="2" charset="2"/>
              </a:rPr>
              <a:t> DOM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=&gt; alle </a:t>
            </a:r>
            <a:r>
              <a:rPr lang="en-US" dirty="0" err="1"/>
              <a:t>wijzigingen</a:t>
            </a:r>
            <a:r>
              <a:rPr lang="en-US" dirty="0"/>
              <a:t> in </a:t>
            </a:r>
            <a:r>
              <a:rPr lang="en-US" dirty="0" err="1"/>
              <a:t>één</a:t>
            </a:r>
            <a:r>
              <a:rPr lang="en-US" dirty="0"/>
              <a:t> </a:t>
            </a:r>
            <a:r>
              <a:rPr lang="en-US" dirty="0" err="1"/>
              <a:t>keer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DOM </a:t>
            </a:r>
            <a:r>
              <a:rPr lang="en-US" dirty="0" err="1"/>
              <a:t>aanbrengen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React Virtual DOM</a:t>
            </a:r>
            <a:endParaRPr lang="en-BE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642C6-42F4-2A4D-660A-C8FE4E8E8B8C}"/>
              </a:ext>
            </a:extLst>
          </p:cNvPr>
          <p:cNvSpPr txBox="1"/>
          <p:nvPr/>
        </p:nvSpPr>
        <p:spPr>
          <a:xfrm>
            <a:off x="1383506" y="5618821"/>
            <a:ext cx="33789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221E1F"/>
                </a:solidFill>
                <a:latin typeface="The Sans Mono Con Normal"/>
              </a:rPr>
              <a:t>&lt;div&gt; </a:t>
            </a:r>
          </a:p>
          <a:p>
            <a:r>
              <a:rPr lang="en-US" sz="1800" b="0" i="0" u="none" strike="noStrike" baseline="0" dirty="0">
                <a:solidFill>
                  <a:srgbClr val="221E1F"/>
                </a:solidFill>
                <a:latin typeface="The Sans Mono Con Normal"/>
              </a:rPr>
              <a:t>&lt;h2&gt; Counter: 0&lt;/h2&gt; </a:t>
            </a:r>
          </a:p>
          <a:p>
            <a:r>
              <a:rPr lang="en-US" sz="1800" b="0" i="0" u="none" strike="noStrike" baseline="0" dirty="0">
                <a:solidFill>
                  <a:srgbClr val="221E1F"/>
                </a:solidFill>
                <a:latin typeface="The Sans Mono Con Normal"/>
              </a:rPr>
              <a:t>&lt;button&gt;Increment&lt;/button&gt;</a:t>
            </a:r>
          </a:p>
          <a:p>
            <a:r>
              <a:rPr lang="en-US" sz="1800" b="0" i="0" u="none" strike="noStrike" baseline="0" dirty="0">
                <a:solidFill>
                  <a:srgbClr val="221E1F"/>
                </a:solidFill>
                <a:latin typeface="The Sans Mono Con Normal"/>
              </a:rPr>
              <a:t>&lt;/div&gt; 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6417BD-938C-08DB-301B-8B5346A7F289}"/>
              </a:ext>
            </a:extLst>
          </p:cNvPr>
          <p:cNvSpPr txBox="1"/>
          <p:nvPr/>
        </p:nvSpPr>
        <p:spPr>
          <a:xfrm>
            <a:off x="5022056" y="5618821"/>
            <a:ext cx="31884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221E1F"/>
                </a:solidFill>
                <a:latin typeface="The Sans Mono Con Normal"/>
              </a:rPr>
              <a:t>&lt;div&gt; </a:t>
            </a:r>
          </a:p>
          <a:p>
            <a:r>
              <a:rPr lang="en-US" sz="1800" b="0" i="0" u="none" strike="noStrike" baseline="0" dirty="0">
                <a:solidFill>
                  <a:srgbClr val="221E1F"/>
                </a:solidFill>
                <a:latin typeface="The Sans Mono Con Normal"/>
              </a:rPr>
              <a:t>&lt;h2&gt; Counter: 1&lt;/h2&gt; </a:t>
            </a:r>
          </a:p>
          <a:p>
            <a:r>
              <a:rPr lang="en-US" sz="1800" b="0" i="0" u="none" strike="noStrike" baseline="0" dirty="0">
                <a:solidFill>
                  <a:srgbClr val="221E1F"/>
                </a:solidFill>
                <a:latin typeface="The Sans Mono Con Normal"/>
              </a:rPr>
              <a:t>&lt;button&gt;Increment&lt;/button&gt;</a:t>
            </a:r>
          </a:p>
          <a:p>
            <a:r>
              <a:rPr lang="en-US" sz="1800" b="0" i="0" u="none" strike="noStrike" baseline="0" dirty="0">
                <a:solidFill>
                  <a:srgbClr val="221E1F"/>
                </a:solidFill>
                <a:latin typeface="The Sans Mono Con Normal"/>
              </a:rPr>
              <a:t>&lt;/div&gt;</a:t>
            </a:r>
            <a:endParaRPr lang="en-BE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880F617-345D-D3A7-8677-21C5D969C3B6}"/>
              </a:ext>
            </a:extLst>
          </p:cNvPr>
          <p:cNvSpPr/>
          <p:nvPr/>
        </p:nvSpPr>
        <p:spPr>
          <a:xfrm>
            <a:off x="8134350" y="5976937"/>
            <a:ext cx="1343025" cy="4476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4F1EF-CC09-CB8C-D7B1-F259BF61BFB4}"/>
              </a:ext>
            </a:extLst>
          </p:cNvPr>
          <p:cNvSpPr txBox="1"/>
          <p:nvPr/>
        </p:nvSpPr>
        <p:spPr>
          <a:xfrm>
            <a:off x="9802114" y="5976937"/>
            <a:ext cx="1657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221E1F"/>
                </a:solidFill>
                <a:latin typeface="The Sans Mono Con Normal"/>
              </a:rPr>
              <a:t>Counter: </a:t>
            </a:r>
            <a:r>
              <a:rPr lang="en-US" sz="1800" b="1" i="0" u="none" strike="noStrike" baseline="0" dirty="0">
                <a:solidFill>
                  <a:srgbClr val="221E1F"/>
                </a:solidFill>
                <a:highlight>
                  <a:srgbClr val="FFFF00"/>
                </a:highlight>
                <a:latin typeface="The Sans Mono Con Normal"/>
              </a:rPr>
              <a:t>1</a:t>
            </a:r>
            <a:endParaRPr lang="en-BE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3363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1: React Components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Het </a:t>
            </a:r>
            <a:r>
              <a:rPr lang="en-US" dirty="0" err="1"/>
              <a:t>opbouwen</a:t>
            </a:r>
            <a:r>
              <a:rPr lang="en-US" dirty="0"/>
              <a:t> van de code met </a:t>
            </a:r>
            <a:r>
              <a:rPr lang="en-US" dirty="0" err="1"/>
              <a:t>componenten</a:t>
            </a:r>
            <a:r>
              <a:rPr lang="en-US" dirty="0"/>
              <a:t> </a:t>
            </a:r>
            <a:r>
              <a:rPr lang="en-US" dirty="0" err="1"/>
              <a:t>zorgt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Begrijpbare</a:t>
            </a:r>
            <a:r>
              <a:rPr lang="en-US" dirty="0"/>
              <a:t> code</a:t>
            </a:r>
          </a:p>
          <a:p>
            <a:pPr lvl="1"/>
            <a:r>
              <a:rPr lang="en-US" dirty="0" err="1"/>
              <a:t>Onderhoudbaarheid</a:t>
            </a:r>
            <a:r>
              <a:rPr lang="en-US" dirty="0"/>
              <a:t> (</a:t>
            </a:r>
            <a:r>
              <a:rPr lang="en-US" dirty="0" err="1"/>
              <a:t>mogelijk</a:t>
            </a:r>
            <a:r>
              <a:rPr lang="en-US" dirty="0"/>
              <a:t> om </a:t>
            </a:r>
            <a:r>
              <a:rPr lang="en-US" dirty="0" err="1"/>
              <a:t>aanpassingen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doen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Herbruikbare</a:t>
            </a:r>
            <a:r>
              <a:rPr lang="en-US" dirty="0"/>
              <a:t> </a:t>
            </a:r>
            <a:r>
              <a:rPr lang="en-US" dirty="0" err="1"/>
              <a:t>componenten</a:t>
            </a:r>
            <a:endParaRPr lang="en-US" dirty="0"/>
          </a:p>
          <a:p>
            <a:pPr lvl="1"/>
            <a:r>
              <a:rPr lang="en-US" dirty="0" err="1"/>
              <a:t>Debugbaarheid</a:t>
            </a:r>
            <a:r>
              <a:rPr lang="en-US" dirty="0"/>
              <a:t>: </a:t>
            </a:r>
            <a:r>
              <a:rPr lang="en-US" dirty="0" err="1"/>
              <a:t>elke</a:t>
            </a:r>
            <a:r>
              <a:rPr lang="en-US" dirty="0"/>
              <a:t> component apart </a:t>
            </a:r>
            <a:r>
              <a:rPr lang="en-US" dirty="0" err="1"/>
              <a:t>testbaar</a:t>
            </a:r>
            <a:endParaRPr lang="en-US" dirty="0"/>
          </a:p>
          <a:p>
            <a:pPr lvl="1"/>
            <a:endParaRPr lang="en-BE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Decomposing an Application into Components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96316B-3D90-F4DA-4F75-A0657CBAD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722" y="4620312"/>
            <a:ext cx="2166604" cy="1743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54BBE4-F862-A922-3EA1-27C963C26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024" y="4575324"/>
            <a:ext cx="2166604" cy="17549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24D0F6-E102-DF0A-6FF2-F3B2B68DD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420" y="4615080"/>
            <a:ext cx="2120010" cy="17152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8E428B-9ECE-A71C-8BAA-96E14BE07C8E}"/>
              </a:ext>
            </a:extLst>
          </p:cNvPr>
          <p:cNvSpPr txBox="1"/>
          <p:nvPr/>
        </p:nvSpPr>
        <p:spPr>
          <a:xfrm>
            <a:off x="2778570" y="6307549"/>
            <a:ext cx="7784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Bron</a:t>
            </a:r>
            <a:r>
              <a:rPr lang="en-US" b="0" i="0" dirty="0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: </a:t>
            </a:r>
            <a:r>
              <a:rPr lang="en-US" b="0" i="0" dirty="0" err="1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Sarrion</a:t>
            </a:r>
            <a:r>
              <a:rPr lang="en-US" b="0" i="0" dirty="0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, E. (2023). </a:t>
            </a:r>
            <a:r>
              <a:rPr lang="en-US" b="0" i="1" dirty="0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Master React in 5 Days</a:t>
            </a:r>
            <a:r>
              <a:rPr lang="en-US" b="0" i="0" dirty="0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(1st ed. 2023.). </a:t>
            </a:r>
            <a:r>
              <a:rPr lang="en-US" b="0" i="0" dirty="0" err="1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Apress</a:t>
            </a:r>
            <a:r>
              <a:rPr lang="en-US" b="0" i="0" dirty="0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  <a:t>.</a:t>
            </a:r>
            <a:br>
              <a:rPr lang="en-US" b="0" i="0" dirty="0">
                <a:solidFill>
                  <a:srgbClr val="262626"/>
                </a:solidFill>
                <a:effectLst/>
                <a:latin typeface="Open Sans" panose="020F0502020204030204" pitchFamily="34" charset="0"/>
              </a:rPr>
            </a:b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287101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1: React Components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Installatie</a:t>
            </a:r>
            <a:r>
              <a:rPr lang="en-US" dirty="0"/>
              <a:t> van Node.js (</a:t>
            </a:r>
            <a:r>
              <a:rPr lang="en-US" dirty="0" err="1"/>
              <a:t>selecteer</a:t>
            </a:r>
            <a:r>
              <a:rPr lang="en-US" dirty="0"/>
              <a:t> </a:t>
            </a:r>
            <a:r>
              <a:rPr lang="en-US" dirty="0" err="1"/>
              <a:t>alles</a:t>
            </a:r>
            <a:r>
              <a:rPr lang="en-US" dirty="0"/>
              <a:t>):</a:t>
            </a:r>
            <a:br>
              <a:rPr lang="en-US" dirty="0"/>
            </a:br>
            <a:r>
              <a:rPr lang="en-US" dirty="0" err="1"/>
              <a:t>winget</a:t>
            </a:r>
            <a:r>
              <a:rPr lang="en-US" dirty="0"/>
              <a:t> install Node.js –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 err="1"/>
              <a:t>Aanmaak</a:t>
            </a:r>
            <a:r>
              <a:rPr lang="en-US" dirty="0"/>
              <a:t> React App (</a:t>
            </a:r>
            <a:r>
              <a:rPr lang="en-US" dirty="0" err="1">
                <a:hlinkClick r:id="rId2"/>
              </a:rPr>
              <a:t>hans</a:t>
            </a:r>
            <a:r>
              <a:rPr lang="en-US" dirty="0">
                <a:hlinkClick r:id="rId2"/>
              </a:rPr>
              <a:t>-naert/</a:t>
            </a:r>
            <a:r>
              <a:rPr lang="en-US" dirty="0" err="1">
                <a:hlinkClick r:id="rId2"/>
              </a:rPr>
              <a:t>reactapp</a:t>
            </a:r>
            <a:r>
              <a:rPr lang="en-US" dirty="0">
                <a:hlinkClick r:id="rId2"/>
              </a:rPr>
              <a:t> (github.com)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npx</a:t>
            </a:r>
            <a:r>
              <a:rPr lang="en-US" dirty="0"/>
              <a:t> create-react-app </a:t>
            </a:r>
            <a:r>
              <a:rPr lang="en-US" dirty="0" err="1"/>
              <a:t>reactapp</a:t>
            </a:r>
            <a:endParaRPr lang="en-US" dirty="0"/>
          </a:p>
          <a:p>
            <a:r>
              <a:rPr lang="en-US" dirty="0"/>
              <a:t>App </a:t>
            </a:r>
            <a:r>
              <a:rPr lang="en-US" dirty="0" err="1"/>
              <a:t>structuur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React frameworks</a:t>
            </a:r>
          </a:p>
          <a:p>
            <a:pPr lvl="1"/>
            <a:r>
              <a:rPr lang="en-US" dirty="0"/>
              <a:t>create-react-app =&gt; om React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leren</a:t>
            </a:r>
            <a:endParaRPr lang="en-US" dirty="0"/>
          </a:p>
          <a:p>
            <a:pPr lvl="1"/>
            <a:r>
              <a:rPr lang="en-US" dirty="0"/>
              <a:t>Next.js, Remix, Gatsby, Expo =&gt; </a:t>
            </a:r>
            <a:r>
              <a:rPr lang="en-US" dirty="0" err="1"/>
              <a:t>productiekwaliteit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>
                <a:hlinkClick r:id="rId3"/>
              </a:rPr>
              <a:t>React-frameworks van </a:t>
            </a:r>
            <a:r>
              <a:rPr lang="en-US" dirty="0" err="1">
                <a:hlinkClick r:id="rId3"/>
              </a:rPr>
              <a:t>productiekwaliteit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Analyzing the Main Files of the React Application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00D81A0-2074-3A30-9D4C-A5370B4C45E4}"/>
              </a:ext>
            </a:extLst>
          </p:cNvPr>
          <p:cNvSpPr/>
          <p:nvPr/>
        </p:nvSpPr>
        <p:spPr>
          <a:xfrm>
            <a:off x="4989529" y="3500905"/>
            <a:ext cx="321945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A112F1-E14D-7329-F20B-9A524C664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8926" y="418680"/>
            <a:ext cx="2333951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809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1: React Components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App </a:t>
            </a:r>
            <a:r>
              <a:rPr lang="en-US" dirty="0" err="1"/>
              <a:t>componenten</a:t>
            </a:r>
            <a:r>
              <a:rPr lang="en-US" dirty="0"/>
              <a:t> =&gt; render de App component in het root element:</a:t>
            </a:r>
          </a:p>
          <a:p>
            <a:r>
              <a:rPr lang="en-US" dirty="0"/>
              <a:t>index.html: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index.js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Analyzing the Main Files of the React Application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A704EA-5F32-DE5A-4C27-2610C662E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927" y="4260918"/>
            <a:ext cx="8403674" cy="16971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6A35BA-6234-4B34-66A7-50BDE046B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180" y="3096714"/>
            <a:ext cx="3765099" cy="29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861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1: React Components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Build: </a:t>
            </a:r>
            <a:r>
              <a:rPr lang="en-US" dirty="0" err="1"/>
              <a:t>transpilation</a:t>
            </a:r>
            <a:r>
              <a:rPr lang="en-US" dirty="0"/>
              <a:t> + bundling</a:t>
            </a:r>
          </a:p>
          <a:p>
            <a:r>
              <a:rPr lang="en-US" dirty="0" err="1"/>
              <a:t>Transpilation</a:t>
            </a:r>
            <a:r>
              <a:rPr lang="en-US" dirty="0"/>
              <a:t>: </a:t>
            </a:r>
            <a:r>
              <a:rPr lang="en-US" dirty="0" err="1"/>
              <a:t>conversie</a:t>
            </a:r>
            <a:r>
              <a:rPr lang="en-US" dirty="0"/>
              <a:t> van </a:t>
            </a:r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Javascript</a:t>
            </a:r>
            <a:r>
              <a:rPr lang="en-US" dirty="0"/>
              <a:t>/JSX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alle browsers =&gt; </a:t>
            </a:r>
            <a:r>
              <a:rPr lang="en-US" dirty="0">
                <a:hlinkClick r:id="rId2"/>
              </a:rPr>
              <a:t>Babel · Babel (babeljs.io)</a:t>
            </a:r>
            <a:endParaRPr lang="en-US" dirty="0"/>
          </a:p>
          <a:p>
            <a:r>
              <a:rPr lang="en-US" dirty="0"/>
              <a:t>Bundle met “</a:t>
            </a:r>
            <a:r>
              <a:rPr lang="en-US" dirty="0">
                <a:hlinkClick r:id="rId3"/>
              </a:rPr>
              <a:t>webpack</a:t>
            </a:r>
            <a:r>
              <a:rPr lang="en-US" dirty="0"/>
              <a:t>”: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Analyzing the Main Files of the React Application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C90E7C-D35B-518C-FD29-2A40E128F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063" y="4139133"/>
            <a:ext cx="4001058" cy="7430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4BE840-14E5-8288-6C8F-CC5F2BAA8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1666" y="5222814"/>
            <a:ext cx="5820587" cy="2191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8E1D2C-BAB4-C06C-30C3-95227E3EAA2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640"/>
          <a:stretch/>
        </p:blipFill>
        <p:spPr>
          <a:xfrm>
            <a:off x="593887" y="4021412"/>
            <a:ext cx="5753493" cy="260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9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1: React Components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JSX: JavaScript and XML</a:t>
            </a:r>
          </a:p>
          <a:p>
            <a:r>
              <a:rPr lang="en-US" dirty="0"/>
              <a:t>Met JSX, </a:t>
            </a:r>
            <a:r>
              <a:rPr lang="en-US" dirty="0" err="1"/>
              <a:t>componenten</a:t>
            </a:r>
            <a:r>
              <a:rPr lang="en-US" dirty="0"/>
              <a:t> </a:t>
            </a:r>
            <a:r>
              <a:rPr lang="en-US" dirty="0" err="1"/>
              <a:t>aanmaken</a:t>
            </a:r>
            <a:r>
              <a:rPr lang="en-US" dirty="0"/>
              <a:t> </a:t>
            </a:r>
            <a:r>
              <a:rPr lang="en-US" dirty="0" err="1"/>
              <a:t>zoals</a:t>
            </a:r>
            <a:r>
              <a:rPr lang="en-US" dirty="0"/>
              <a:t> in HTML – JSX code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omgezet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Javascript</a:t>
            </a:r>
            <a:r>
              <a:rPr lang="en-US" dirty="0"/>
              <a:t> Object</a:t>
            </a:r>
          </a:p>
          <a:p>
            <a:r>
              <a:rPr lang="en-US" dirty="0" err="1"/>
              <a:t>Functie</a:t>
            </a:r>
            <a:r>
              <a:rPr lang="en-US" dirty="0"/>
              <a:t> App() </a:t>
            </a:r>
            <a:r>
              <a:rPr lang="en-US" dirty="0" err="1"/>
              <a:t>retourneert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Javascript</a:t>
            </a:r>
            <a:r>
              <a:rPr lang="en-US" dirty="0"/>
              <a:t> Object, </a:t>
            </a:r>
            <a:r>
              <a:rPr lang="en-US" dirty="0" err="1"/>
              <a:t>variabelen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accolades {logo}:</a:t>
            </a:r>
            <a:endParaRPr lang="en-BE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JSX Syntax in React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55452F-1F47-41E7-51E4-DF5780FFF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219" y="4301081"/>
            <a:ext cx="5934903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5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1: React Components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Counter.js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React development tools: </a:t>
            </a:r>
            <a:r>
              <a:rPr lang="en-US" dirty="0">
                <a:hlinkClick r:id="rId2"/>
              </a:rPr>
              <a:t>React Developer Tools - Microsoft Edge Addons</a:t>
            </a:r>
            <a:endParaRPr lang="en-BE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Creating a First React Component</a:t>
            </a:r>
            <a:endParaRPr lang="en-BE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AC2774-8471-393B-0945-424CF37F64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796"/>
          <a:stretch/>
        </p:blipFill>
        <p:spPr>
          <a:xfrm>
            <a:off x="4346616" y="4888895"/>
            <a:ext cx="4185072" cy="17419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754867-81B9-C400-285C-8AE8383A1E52}"/>
              </a:ext>
            </a:extLst>
          </p:cNvPr>
          <p:cNvSpPr txBox="1"/>
          <p:nvPr/>
        </p:nvSpPr>
        <p:spPr>
          <a:xfrm>
            <a:off x="4112444" y="1916180"/>
            <a:ext cx="610385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The counter is set to: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12737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1: React Components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Counter </a:t>
            </a:r>
            <a:r>
              <a:rPr lang="en-US" dirty="0" err="1"/>
              <a:t>incrementeren</a:t>
            </a:r>
            <a:endParaRPr lang="en-US" dirty="0"/>
          </a:p>
          <a:p>
            <a:pPr lvl="1"/>
            <a:r>
              <a:rPr lang="en-US" dirty="0"/>
              <a:t>Code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nl-BE" dirty="0"/>
          </a:p>
          <a:p>
            <a:pPr lvl="1"/>
            <a:r>
              <a:rPr lang="nl-BE" dirty="0"/>
              <a:t>Variabele wijzigt, maar waarde in browser </a:t>
            </a:r>
            <a:r>
              <a:rPr lang="nl-BE" dirty="0" err="1"/>
              <a:t>window</a:t>
            </a:r>
            <a:r>
              <a:rPr lang="nl-BE" dirty="0"/>
              <a:t> blijft 0</a:t>
            </a:r>
            <a:br>
              <a:rPr lang="nl-BE" dirty="0"/>
            </a:br>
            <a:r>
              <a:rPr lang="nl-BE" dirty="0"/>
              <a:t>=&gt; </a:t>
            </a:r>
            <a:r>
              <a:rPr lang="nl-BE" dirty="0" err="1"/>
              <a:t>React</a:t>
            </a:r>
            <a:r>
              <a:rPr lang="nl-BE" dirty="0"/>
              <a:t> weet niet dat de toestand (state) is veranderd en een reconciliatie (</a:t>
            </a:r>
            <a:r>
              <a:rPr lang="nl-BE" dirty="0" err="1"/>
              <a:t>render</a:t>
            </a:r>
            <a:r>
              <a:rPr lang="nl-BE" dirty="0"/>
              <a:t>) nodig is.</a:t>
            </a:r>
          </a:p>
          <a:p>
            <a:pPr lvl="1"/>
            <a:r>
              <a:rPr lang="nl-BE" dirty="0"/>
              <a:t>En … </a:t>
            </a:r>
            <a:r>
              <a:rPr lang="nl-BE" dirty="0" err="1"/>
              <a:t>render</a:t>
            </a:r>
            <a:r>
              <a:rPr lang="nl-BE" dirty="0"/>
              <a:t> functie moet “pure” zijn</a:t>
            </a:r>
          </a:p>
          <a:p>
            <a:pPr lvl="2"/>
            <a:r>
              <a:rPr lang="nl-BE" dirty="0"/>
              <a:t>Geen “side </a:t>
            </a:r>
            <a:r>
              <a:rPr lang="nl-BE" dirty="0" err="1"/>
              <a:t>effects</a:t>
            </a:r>
            <a:r>
              <a:rPr lang="nl-BE" dirty="0"/>
              <a:t>” =&gt; geen aanmaak van timer</a:t>
            </a:r>
          </a:p>
          <a:p>
            <a:pPr lvl="2"/>
            <a:r>
              <a:rPr lang="nl-BE" dirty="0"/>
              <a:t>Deterministisch: zelfde resultaat met zelfde parameters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Creating a First React Component</a:t>
            </a:r>
            <a:endParaRPr lang="en-BE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6F39C9-49F0-325A-7A2F-3795721B3BEC}"/>
              </a:ext>
            </a:extLst>
          </p:cNvPr>
          <p:cNvSpPr txBox="1"/>
          <p:nvPr/>
        </p:nvSpPr>
        <p:spPr>
          <a:xfrm>
            <a:off x="3874932" y="2567254"/>
            <a:ext cx="61038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"count ="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24412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1: React Components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Counter </a:t>
            </a:r>
            <a:r>
              <a:rPr lang="en-US" dirty="0" err="1"/>
              <a:t>incrementeren</a:t>
            </a:r>
            <a:endParaRPr lang="en-US" dirty="0"/>
          </a:p>
          <a:p>
            <a:pPr lvl="1"/>
            <a:r>
              <a:rPr lang="en-US" dirty="0"/>
              <a:t>State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Probleem</a:t>
            </a:r>
            <a:r>
              <a:rPr lang="en-US" dirty="0"/>
              <a:t> =&gt; </a:t>
            </a:r>
            <a:r>
              <a:rPr lang="en-US" dirty="0" err="1"/>
              <a:t>setInterval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bij</a:t>
            </a:r>
            <a:r>
              <a:rPr lang="en-US" dirty="0"/>
              <a:t> </a:t>
            </a:r>
            <a:r>
              <a:rPr lang="en-US" dirty="0" err="1"/>
              <a:t>elke</a:t>
            </a:r>
            <a:r>
              <a:rPr lang="en-US" dirty="0"/>
              <a:t> reconciliation (render) </a:t>
            </a:r>
            <a:r>
              <a:rPr lang="en-US" dirty="0" err="1"/>
              <a:t>opgeroepen</a:t>
            </a:r>
            <a:r>
              <a:rPr lang="en-US" dirty="0"/>
              <a:t> =&gt; </a:t>
            </a:r>
            <a:r>
              <a:rPr lang="en-US" dirty="0" err="1"/>
              <a:t>meerdere</a:t>
            </a:r>
            <a:r>
              <a:rPr lang="en-US" dirty="0"/>
              <a:t> timers </a:t>
            </a:r>
            <a:r>
              <a:rPr lang="en-US" dirty="0" err="1"/>
              <a:t>gelijktijdig</a:t>
            </a:r>
            <a:r>
              <a:rPr lang="en-US" dirty="0"/>
              <a:t> </a:t>
            </a:r>
            <a:r>
              <a:rPr lang="en-US" dirty="0" err="1"/>
              <a:t>actief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Creating a First React Component</a:t>
            </a:r>
            <a:endParaRPr lang="en-BE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911DF-8FA7-DC67-80A1-4FA989FB489A}"/>
              </a:ext>
            </a:extLst>
          </p:cNvPr>
          <p:cNvSpPr txBox="1"/>
          <p:nvPr/>
        </p:nvSpPr>
        <p:spPr>
          <a:xfrm>
            <a:off x="3796646" y="2660791"/>
            <a:ext cx="61038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"count ="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32689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1: React Components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Counter </a:t>
            </a:r>
            <a:r>
              <a:rPr lang="en-US" dirty="0" err="1"/>
              <a:t>incrementeren</a:t>
            </a:r>
            <a:endParaRPr lang="en-US" dirty="0"/>
          </a:p>
          <a:p>
            <a:pPr lvl="1"/>
            <a:r>
              <a:rPr lang="en-US" dirty="0" err="1"/>
              <a:t>UseEffect</a:t>
            </a:r>
            <a:endParaRPr lang="en-US" dirty="0"/>
          </a:p>
          <a:p>
            <a:pPr lvl="2"/>
            <a:r>
              <a:rPr lang="en-US" dirty="0"/>
              <a:t>Setup: </a:t>
            </a:r>
            <a:r>
              <a:rPr lang="en-US" dirty="0" err="1"/>
              <a:t>functie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uitgevoerd</a:t>
            </a:r>
            <a:r>
              <a:rPr lang="en-US" dirty="0"/>
              <a:t> </a:t>
            </a:r>
            <a:r>
              <a:rPr lang="en-US" dirty="0" err="1"/>
              <a:t>bij</a:t>
            </a:r>
            <a:r>
              <a:rPr lang="en-US" dirty="0"/>
              <a:t> </a:t>
            </a:r>
            <a:r>
              <a:rPr lang="en-US" dirty="0" err="1"/>
              <a:t>elke</a:t>
            </a:r>
            <a:r>
              <a:rPr lang="en-US" dirty="0"/>
              <a:t> </a:t>
            </a:r>
            <a:r>
              <a:rPr lang="en-US" dirty="0" err="1"/>
              <a:t>reconciliatie</a:t>
            </a:r>
            <a:r>
              <a:rPr lang="en-US" dirty="0"/>
              <a:t> (render)</a:t>
            </a:r>
          </a:p>
          <a:p>
            <a:pPr lvl="2"/>
            <a:r>
              <a:rPr lang="en-US" dirty="0"/>
              <a:t>Cleanup: </a:t>
            </a:r>
            <a:r>
              <a:rPr lang="en-US" dirty="0" err="1"/>
              <a:t>Functie</a:t>
            </a:r>
            <a:r>
              <a:rPr lang="en-US" dirty="0"/>
              <a:t> die </a:t>
            </a:r>
            <a:r>
              <a:rPr lang="en-US" dirty="0" err="1"/>
              <a:t>gerouterneerd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,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reconciliatie</a:t>
            </a:r>
            <a:r>
              <a:rPr lang="en-US" dirty="0"/>
              <a:t> (render) </a:t>
            </a:r>
            <a:r>
              <a:rPr lang="en-US" dirty="0" err="1"/>
              <a:t>uitgevoerd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Creating a First React Component</a:t>
            </a:r>
            <a:endParaRPr lang="en-BE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70820-260F-02E2-7F8E-78C1862C707D}"/>
              </a:ext>
            </a:extLst>
          </p:cNvPr>
          <p:cNvSpPr txBox="1"/>
          <p:nvPr/>
        </p:nvSpPr>
        <p:spPr>
          <a:xfrm>
            <a:off x="3202757" y="4356872"/>
            <a:ext cx="61038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timer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setInterval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setCount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((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"count ="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},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clearInterval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timer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});</a:t>
            </a:r>
          </a:p>
        </p:txBody>
      </p:sp>
    </p:spTree>
    <p:extLst>
      <p:ext uri="{BB962C8B-B14F-4D97-AF65-F5344CB8AC3E}">
        <p14:creationId xmlns:p14="http://schemas.microsoft.com/office/powerpoint/2010/main" val="2481923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1: React Components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Counter attributes</a:t>
            </a:r>
          </a:p>
          <a:p>
            <a:pPr lvl="1"/>
            <a:r>
              <a:rPr lang="en-US" dirty="0" err="1"/>
              <a:t>init</a:t>
            </a:r>
            <a:r>
              <a:rPr lang="en-US" dirty="0"/>
              <a:t> attribute </a:t>
            </a:r>
            <a:r>
              <a:rPr lang="en-US" dirty="0" err="1"/>
              <a:t>meegeven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Init attribute via props </a:t>
            </a:r>
            <a:r>
              <a:rPr lang="en-US" dirty="0" err="1"/>
              <a:t>opvragen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Creating a First React Component</a:t>
            </a:r>
            <a:endParaRPr lang="en-BE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FF15BD-B2E7-0E5F-6713-482DD7776E01}"/>
              </a:ext>
            </a:extLst>
          </p:cNvPr>
          <p:cNvSpPr txBox="1"/>
          <p:nvPr/>
        </p:nvSpPr>
        <p:spPr>
          <a:xfrm>
            <a:off x="2872819" y="4549603"/>
            <a:ext cx="6103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setCount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9DF5B-3B77-3356-EF16-586C15A26415}"/>
              </a:ext>
            </a:extLst>
          </p:cNvPr>
          <p:cNvSpPr txBox="1"/>
          <p:nvPr/>
        </p:nvSpPr>
        <p:spPr>
          <a:xfrm>
            <a:off x="2156382" y="3114348"/>
            <a:ext cx="6103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85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2: JSX code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the &lt;</a:t>
            </a:r>
            <a:r>
              <a:rPr lang="en-US" dirty="0" err="1"/>
              <a:t>React.Fragment</a:t>
            </a:r>
            <a:r>
              <a:rPr lang="en-US" dirty="0"/>
              <a:t>&gt;, &lt;Fragment&gt; and the &lt;&gt; Tag</a:t>
            </a:r>
          </a:p>
          <a:p>
            <a:r>
              <a:rPr lang="en-US" dirty="0"/>
              <a:t>Inserting JavaScript Code into JSX</a:t>
            </a:r>
          </a:p>
          <a:p>
            <a:r>
              <a:rPr lang="en-US" dirty="0"/>
              <a:t>Writing Conditions in JSX</a:t>
            </a:r>
          </a:p>
          <a:p>
            <a:r>
              <a:rPr lang="en-US" dirty="0"/>
              <a:t>Writing a Loop in JSX</a:t>
            </a:r>
          </a:p>
          <a:p>
            <a:r>
              <a:rPr lang="en-US" dirty="0"/>
              <a:t>Using Styles in JSX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Inhoud</a:t>
            </a:r>
            <a:endParaRPr lang="en-BE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6834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3: Event handling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Handle Click Events on a Button</a:t>
            </a:r>
          </a:p>
          <a:p>
            <a:r>
              <a:rPr lang="en-US" dirty="0"/>
              <a:t>Managing the Content of an Input Field</a:t>
            </a:r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Inhoud</a:t>
            </a:r>
            <a:endParaRPr lang="en-BE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45260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4: Hooks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Definition of a Hook</a:t>
            </a:r>
          </a:p>
          <a:p>
            <a:r>
              <a:rPr lang="en-US" dirty="0"/>
              <a:t>Main Rule About Hooks</a:t>
            </a:r>
          </a:p>
          <a:p>
            <a:r>
              <a:rPr lang="en-US" dirty="0" err="1"/>
              <a:t>useState</a:t>
            </a:r>
            <a:r>
              <a:rPr lang="en-US" dirty="0"/>
              <a:t>()</a:t>
            </a:r>
          </a:p>
          <a:p>
            <a:r>
              <a:rPr lang="en-US" dirty="0" err="1"/>
              <a:t>useContext</a:t>
            </a:r>
            <a:r>
              <a:rPr lang="en-US" dirty="0"/>
              <a:t>()</a:t>
            </a:r>
          </a:p>
          <a:p>
            <a:r>
              <a:rPr lang="en-US" dirty="0" err="1"/>
              <a:t>useRef</a:t>
            </a:r>
            <a:r>
              <a:rPr lang="en-US" dirty="0"/>
              <a:t>()</a:t>
            </a:r>
          </a:p>
          <a:p>
            <a:r>
              <a:rPr lang="en-US" dirty="0" err="1"/>
              <a:t>useEffect</a:t>
            </a:r>
            <a:r>
              <a:rPr lang="en-US" dirty="0"/>
              <a:t>()</a:t>
            </a:r>
          </a:p>
          <a:p>
            <a:r>
              <a:rPr lang="en-US" dirty="0" err="1"/>
              <a:t>useReducer</a:t>
            </a:r>
            <a:r>
              <a:rPr lang="en-US" dirty="0"/>
              <a:t>()</a:t>
            </a:r>
          </a:p>
          <a:p>
            <a:r>
              <a:rPr lang="en-US" dirty="0"/>
              <a:t>Other hooks</a:t>
            </a:r>
          </a:p>
          <a:p>
            <a:r>
              <a:rPr lang="en-US" dirty="0"/>
              <a:t>Creating Your Own Custom Hook</a:t>
            </a:r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Inhoud</a:t>
            </a:r>
            <a:endParaRPr lang="en-BE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69667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5: Application Task List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 Screens</a:t>
            </a:r>
          </a:p>
          <a:p>
            <a:r>
              <a:rPr lang="en-US" dirty="0"/>
              <a:t>Creating the Application with create-react-app</a:t>
            </a:r>
          </a:p>
          <a:p>
            <a:r>
              <a:rPr lang="en-US" dirty="0"/>
              <a:t>Breaking Down the Application into Components</a:t>
            </a:r>
          </a:p>
          <a:p>
            <a:r>
              <a:rPr lang="en-US" dirty="0"/>
              <a:t>Adding an Item to the List</a:t>
            </a:r>
          </a:p>
          <a:p>
            <a:r>
              <a:rPr lang="en-US" dirty="0"/>
              <a:t>Removing an Item from the List</a:t>
            </a:r>
          </a:p>
          <a:p>
            <a:r>
              <a:rPr lang="en-US" dirty="0"/>
              <a:t>Modifying an Item in the List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Inhoud</a:t>
            </a:r>
            <a:endParaRPr lang="en-BE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6828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6413AC3-4D94-8DE0-F3D8-709303A1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800" y="639014"/>
            <a:ext cx="9748274" cy="564947"/>
          </a:xfrm>
        </p:spPr>
        <p:txBody>
          <a:bodyPr/>
          <a:lstStyle/>
          <a:p>
            <a:r>
              <a:rPr lang="en-US" dirty="0" err="1"/>
              <a:t>Hoofdstuk</a:t>
            </a:r>
            <a:r>
              <a:rPr lang="en-US" dirty="0"/>
              <a:t> 6: JavaScript Reminders</a:t>
            </a:r>
            <a:endParaRPr lang="en-BE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C2A2A63-8538-AD40-F4CA-C3A5A92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Using the "let" and "var" Keywords</a:t>
            </a:r>
          </a:p>
          <a:p>
            <a:r>
              <a:rPr lang="en-US" dirty="0"/>
              <a:t>Using the "const" Keyword</a:t>
            </a:r>
          </a:p>
          <a:p>
            <a:r>
              <a:rPr lang="en-US" dirty="0"/>
              <a:t>Manipulating Objects</a:t>
            </a:r>
          </a:p>
          <a:p>
            <a:r>
              <a:rPr lang="en-US" dirty="0"/>
              <a:t>Manipulating Arrays</a:t>
            </a:r>
          </a:p>
          <a:p>
            <a:r>
              <a:rPr lang="en-US" dirty="0"/>
              <a:t>Using Import and Export of Modules</a:t>
            </a:r>
          </a:p>
          <a:p>
            <a:r>
              <a:rPr lang="en-US" dirty="0"/>
              <a:t>Using Arrow Functions</a:t>
            </a:r>
          </a:p>
          <a:p>
            <a:r>
              <a:rPr lang="en-US" dirty="0"/>
              <a:t>Using Promise Objects</a:t>
            </a:r>
          </a:p>
          <a:p>
            <a:r>
              <a:rPr lang="en-US" dirty="0"/>
              <a:t>Using “async” and “await” Statements</a:t>
            </a:r>
          </a:p>
          <a:p>
            <a:r>
              <a:rPr lang="en-US" dirty="0"/>
              <a:t>Creating an Asynchronous Function That Utilizes JavaScript’s “await” Statement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CEC5FE7-1175-255A-4425-DAF75EB26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5801" y="1208466"/>
            <a:ext cx="9748274" cy="307127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Inhoud</a:t>
            </a:r>
            <a:endParaRPr lang="en-BE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F3E4A46-6896-214D-261E-E4EA40A07C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57507315"/>
      </p:ext>
    </p:extLst>
  </p:cSld>
  <p:clrMapOvr>
    <a:masterClrMapping/>
  </p:clrMapOvr>
</p:sld>
</file>

<file path=ppt/theme/theme1.xml><?xml version="1.0" encoding="utf-8"?>
<a:theme xmlns:a="http://schemas.openxmlformats.org/drawingml/2006/main" name="VIVES sjabloon presentatie 2013">
  <a:themeElements>
    <a:clrScheme name="VIVES huisstijl">
      <a:dk1>
        <a:srgbClr val="1E1E1E"/>
      </a:dk1>
      <a:lt1>
        <a:sysClr val="window" lastClr="FFFFFF"/>
      </a:lt1>
      <a:dk2>
        <a:srgbClr val="F40020"/>
      </a:dk2>
      <a:lt2>
        <a:srgbClr val="BDBCA9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223_VIVEShuisstijl_PowerPointsjabloon" id="{63C14639-C13F-450E-86AB-33853AA03719}" vid="{F11C12D5-D687-4FB8-9462-D3182F690159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C1CAA22D469040B71D14E8C4E39BE9" ma:contentTypeVersion="4" ma:contentTypeDescription="Een nieuw document maken." ma:contentTypeScope="" ma:versionID="26ad897eaf7b3e4ef3af6ff702028217">
  <xsd:schema xmlns:xsd="http://www.w3.org/2001/XMLSchema" xmlns:xs="http://www.w3.org/2001/XMLSchema" xmlns:p="http://schemas.microsoft.com/office/2006/metadata/properties" xmlns:ns2="b6bce6f3-de65-48d6-9397-faa97a269bae" targetNamespace="http://schemas.microsoft.com/office/2006/metadata/properties" ma:root="true" ma:fieldsID="a99115ebea14d0053e381e760cbb2011" ns2:_="">
    <xsd:import namespace="b6bce6f3-de65-48d6-9397-faa97a269b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bce6f3-de65-48d6-9397-faa97a269b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version>
  <revision id="1.1.46558.0"/>
</version>
</file>

<file path=customXml/itemProps1.xml><?xml version="1.0" encoding="utf-8"?>
<ds:datastoreItem xmlns:ds="http://schemas.openxmlformats.org/officeDocument/2006/customXml" ds:itemID="{A872AFE0-CABC-4200-8152-ECC0D808075A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c3abcf8d-3e36-4236-9912-c246b17e2b1e"/>
    <ds:schemaRef ds:uri="http://www.w3.org/XML/1998/namespace"/>
    <ds:schemaRef ds:uri="04794c60-8d82-4a68-8a2a-6913875ac122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3C38E99-B795-412B-AB74-E52E16E45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C67722-970A-46CA-BCB1-BEE4D14076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bce6f3-de65-48d6-9397-faa97a269b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2BB60B89-6475-4137-8C12-2079F051B00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Presentatiesjabloon vereenvoudigd</Template>
  <TotalTime>1066</TotalTime>
  <Words>1155</Words>
  <Application>Microsoft Office PowerPoint</Application>
  <PresentationFormat>Widescreen</PresentationFormat>
  <Paragraphs>216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Arial Narrow MT Std</vt:lpstr>
      <vt:lpstr>Calibri</vt:lpstr>
      <vt:lpstr>Consolas</vt:lpstr>
      <vt:lpstr>Open Sans</vt:lpstr>
      <vt:lpstr>Segoe UI Black (Koppen)</vt:lpstr>
      <vt:lpstr>Segoe UI Light (Hoofdtekst)</vt:lpstr>
      <vt:lpstr>The Sans Mono Con Normal</vt:lpstr>
      <vt:lpstr>Times New Roman</vt:lpstr>
      <vt:lpstr>Wingdings</vt:lpstr>
      <vt:lpstr>VIVES sjabloon presentatie 2013</vt:lpstr>
      <vt:lpstr>React</vt:lpstr>
      <vt:lpstr>PowerPoint Presentation</vt:lpstr>
      <vt:lpstr>Hoofdstuk 1: React Components</vt:lpstr>
      <vt:lpstr>Hoofdstuk 1: React Components</vt:lpstr>
      <vt:lpstr>Hoofdstuk 1: React Components</vt:lpstr>
      <vt:lpstr>Hoofdstuk 1: React Components</vt:lpstr>
      <vt:lpstr>Hoofdstuk 1: React Components</vt:lpstr>
      <vt:lpstr>Hoofdstuk 1: React Components</vt:lpstr>
      <vt:lpstr>Hoofdstuk 1: React Components</vt:lpstr>
      <vt:lpstr>Hoofdstuk 1: React Components</vt:lpstr>
      <vt:lpstr>Hoofdstuk 1: React Components</vt:lpstr>
      <vt:lpstr>Hoofdstuk 1: React Components</vt:lpstr>
      <vt:lpstr>Hoofdstuk 1: React Components</vt:lpstr>
      <vt:lpstr>Hoofdstuk 1: React Components</vt:lpstr>
      <vt:lpstr>Hoofdstuk 1: React Components</vt:lpstr>
      <vt:lpstr>Hoofdstuk 2: JSX code</vt:lpstr>
      <vt:lpstr>Hoofdstuk 3: Event handling</vt:lpstr>
      <vt:lpstr>Hoofdstuk 4: Hooks</vt:lpstr>
      <vt:lpstr>Hoofdstuk 5: Application Task List</vt:lpstr>
      <vt:lpstr>Hoofdstuk 6: JavaScript Reminders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 Naert</dc:creator>
  <cp:lastModifiedBy>Hans Naert</cp:lastModifiedBy>
  <cp:revision>1</cp:revision>
  <cp:lastPrinted>2019-09-24T14:03:21Z</cp:lastPrinted>
  <dcterms:created xsi:type="dcterms:W3CDTF">2024-06-05T14:34:09Z</dcterms:created>
  <dcterms:modified xsi:type="dcterms:W3CDTF">2024-10-03T21:01:53Z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0x01010062C1CAA22D469040B71D14E8C4E39BE9</vt:lpwstr>
  </property>
</Properties>
</file>