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9" r:id="rId4"/>
  </p:sldMasterIdLst>
  <p:notesMasterIdLst>
    <p:notesMasterId r:id="rId35"/>
  </p:notesMasterIdLst>
  <p:handoutMasterIdLst>
    <p:handoutMasterId r:id="rId36"/>
  </p:handoutMasterIdLst>
  <p:sldIdLst>
    <p:sldId id="256" r:id="rId5"/>
    <p:sldId id="258" r:id="rId6"/>
    <p:sldId id="278" r:id="rId7"/>
    <p:sldId id="259" r:id="rId8"/>
    <p:sldId id="260" r:id="rId9"/>
    <p:sldId id="279" r:id="rId10"/>
    <p:sldId id="261" r:id="rId11"/>
    <p:sldId id="262" r:id="rId12"/>
    <p:sldId id="263" r:id="rId13"/>
    <p:sldId id="280" r:id="rId14"/>
    <p:sldId id="264" r:id="rId15"/>
    <p:sldId id="265" r:id="rId16"/>
    <p:sldId id="266" r:id="rId17"/>
    <p:sldId id="281" r:id="rId18"/>
    <p:sldId id="267" r:id="rId19"/>
    <p:sldId id="268" r:id="rId20"/>
    <p:sldId id="269" r:id="rId21"/>
    <p:sldId id="270" r:id="rId22"/>
    <p:sldId id="282" r:id="rId23"/>
    <p:sldId id="272" r:id="rId24"/>
    <p:sldId id="271" r:id="rId25"/>
    <p:sldId id="274" r:id="rId26"/>
    <p:sldId id="273" r:id="rId27"/>
    <p:sldId id="283" r:id="rId28"/>
    <p:sldId id="275" r:id="rId29"/>
    <p:sldId id="276" r:id="rId30"/>
    <p:sldId id="277" r:id="rId31"/>
    <p:sldId id="286" r:id="rId32"/>
    <p:sldId id="284" r:id="rId33"/>
    <p:sldId id="285" r:id="rId34"/>
  </p:sldIdLst>
  <p:sldSz cx="12192000" cy="6858000"/>
  <p:notesSz cx="9144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Modern Frontend Build Pipeline" id="{9652B008-FBCC-4321-8201-C9239B5701F9}">
          <p14:sldIdLst>
            <p14:sldId id="256"/>
            <p14:sldId id="258"/>
          </p14:sldIdLst>
        </p14:section>
        <p14:section name="Introductie tot moderne build pipelines" id="{362B67D3-7A96-477D-B4F5-A310144F4419}">
          <p14:sldIdLst>
            <p14:sldId id="278"/>
            <p14:sldId id="259"/>
            <p14:sldId id="260"/>
          </p14:sldIdLst>
        </p14:section>
        <p14:section name="De rol van bundlers in het buildproces" id="{F2DEE604-0D17-402E-A7CC-4F9D15A08686}">
          <p14:sldIdLst>
            <p14:sldId id="279"/>
            <p14:sldId id="261"/>
            <p14:sldId id="262"/>
            <p14:sldId id="263"/>
          </p14:sldIdLst>
        </p14:section>
        <p14:section name="Transpilers: broncode moderniseren en compatibel maken" id="{924A1EC7-85E0-45EE-881A-1F413BF4C630}">
          <p14:sldIdLst>
            <p14:sldId id="280"/>
            <p14:sldId id="264"/>
            <p14:sldId id="265"/>
            <p14:sldId id="266"/>
          </p14:sldIdLst>
        </p14:section>
        <p14:section name="Dev server voor snelle iteratie en testen" id="{4DC0EAB5-B832-464A-9C83-78CCC2FF39AC}">
          <p14:sldIdLst>
            <p14:sldId id="281"/>
            <p14:sldId id="267"/>
            <p14:sldId id="268"/>
            <p14:sldId id="269"/>
            <p14:sldId id="270"/>
          </p14:sldIdLst>
        </p14:section>
        <p14:section name="Optimalisatie: Workbox en Progressive Web Apps" id="{E247B75B-5AB2-4988-A0A2-4DFF459FF22F}">
          <p14:sldIdLst>
            <p14:sldId id="282"/>
            <p14:sldId id="272"/>
            <p14:sldId id="271"/>
            <p14:sldId id="274"/>
            <p14:sldId id="273"/>
          </p14:sldIdLst>
        </p14:section>
        <p14:section name="Integratie en automatisering met CI/CD" id="{1FE0C16D-32F0-4444-806B-3472D9E939FE}">
          <p14:sldIdLst>
            <p14:sldId id="283"/>
            <p14:sldId id="275"/>
            <p14:sldId id="276"/>
            <p14:sldId id="277"/>
            <p14:sldId id="286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87868-1C56-4651-9208-DEAEF7512679}" v="511" dt="2025-09-04T22:13:08.23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Naert" userId="1cb2f04a-8070-4357-8fdd-1dd80acf0e0e" providerId="ADAL" clId="{1217E28D-239A-4441-968C-58AE3EC2369F}"/>
    <pc:docChg chg="undo redo custSel addSld delSld modSld sldOrd addSection modSection">
      <pc:chgData name="Hans Naert" userId="1cb2f04a-8070-4357-8fdd-1dd80acf0e0e" providerId="ADAL" clId="{1217E28D-239A-4441-968C-58AE3EC2369F}" dt="2025-09-04T22:13:08.232" v="3582" actId="113"/>
      <pc:docMkLst>
        <pc:docMk/>
      </pc:docMkLst>
      <pc:sldChg chg="modSp mod modNotesTx">
        <pc:chgData name="Hans Naert" userId="1cb2f04a-8070-4357-8fdd-1dd80acf0e0e" providerId="ADAL" clId="{1217E28D-239A-4441-968C-58AE3EC2369F}" dt="2025-09-03T12:12:16.585" v="3406" actId="34807"/>
        <pc:sldMkLst>
          <pc:docMk/>
          <pc:sldMk cId="3825020458" sldId="256"/>
        </pc:sldMkLst>
        <pc:spChg chg="mod">
          <ac:chgData name="Hans Naert" userId="1cb2f04a-8070-4357-8fdd-1dd80acf0e0e" providerId="ADAL" clId="{1217E28D-239A-4441-968C-58AE3EC2369F}" dt="2025-09-03T12:12:16.585" v="3406" actId="34807"/>
          <ac:spMkLst>
            <pc:docMk/>
            <pc:sldMk cId="3825020458" sldId="256"/>
            <ac:spMk id="2" creationId="{C02BA71C-A70B-078D-301B-574C496A5862}"/>
          </ac:spMkLst>
        </pc:spChg>
        <pc:spChg chg="mod">
          <ac:chgData name="Hans Naert" userId="1cb2f04a-8070-4357-8fdd-1dd80acf0e0e" providerId="ADAL" clId="{1217E28D-239A-4441-968C-58AE3EC2369F}" dt="2025-09-01T11:31:04.036" v="1014" actId="790"/>
          <ac:spMkLst>
            <pc:docMk/>
            <pc:sldMk cId="3825020458" sldId="256"/>
            <ac:spMk id="3" creationId="{A535DCE3-D9F1-A440-E3E1-5238F54523AF}"/>
          </ac:spMkLst>
        </pc:spChg>
      </pc:sldChg>
      <pc:sldChg chg="addSp delSp modSp new del mod modClrScheme chgLayout">
        <pc:chgData name="Hans Naert" userId="1cb2f04a-8070-4357-8fdd-1dd80acf0e0e" providerId="ADAL" clId="{1217E28D-239A-4441-968C-58AE3EC2369F}" dt="2025-08-31T18:10:15.641" v="23" actId="47"/>
        <pc:sldMkLst>
          <pc:docMk/>
          <pc:sldMk cId="3842891888" sldId="257"/>
        </pc:sldMkLst>
      </pc:sldChg>
      <pc:sldChg chg="modSp new mod">
        <pc:chgData name="Hans Naert" userId="1cb2f04a-8070-4357-8fdd-1dd80acf0e0e" providerId="ADAL" clId="{1217E28D-239A-4441-968C-58AE3EC2369F}" dt="2025-09-04T22:13:08.232" v="3582" actId="113"/>
        <pc:sldMkLst>
          <pc:docMk/>
          <pc:sldMk cId="3599115662" sldId="258"/>
        </pc:sldMkLst>
        <pc:spChg chg="mod">
          <ac:chgData name="Hans Naert" userId="1cb2f04a-8070-4357-8fdd-1dd80acf0e0e" providerId="ADAL" clId="{1217E28D-239A-4441-968C-58AE3EC2369F}" dt="2025-09-01T11:31:04.036" v="1014" actId="790"/>
          <ac:spMkLst>
            <pc:docMk/>
            <pc:sldMk cId="3599115662" sldId="258"/>
            <ac:spMk id="2" creationId="{5466F24A-14F5-2A70-F2EB-D3C2DCC6FAB5}"/>
          </ac:spMkLst>
        </pc:spChg>
        <pc:spChg chg="mod">
          <ac:chgData name="Hans Naert" userId="1cb2f04a-8070-4357-8fdd-1dd80acf0e0e" providerId="ADAL" clId="{1217E28D-239A-4441-968C-58AE3EC2369F}" dt="2025-09-04T22:13:08.232" v="3582" actId="113"/>
          <ac:spMkLst>
            <pc:docMk/>
            <pc:sldMk cId="3599115662" sldId="258"/>
            <ac:spMk id="3" creationId="{DF24870F-C965-354E-79D2-2FD93459A357}"/>
          </ac:spMkLst>
        </pc:spChg>
      </pc:sldChg>
      <pc:sldChg chg="addSp modSp new mod modNotesTx">
        <pc:chgData name="Hans Naert" userId="1cb2f04a-8070-4357-8fdd-1dd80acf0e0e" providerId="ADAL" clId="{1217E28D-239A-4441-968C-58AE3EC2369F}" dt="2025-09-01T18:35:41.274" v="2964" actId="113"/>
        <pc:sldMkLst>
          <pc:docMk/>
          <pc:sldMk cId="261189852" sldId="259"/>
        </pc:sldMkLst>
        <pc:spChg chg="mod">
          <ac:chgData name="Hans Naert" userId="1cb2f04a-8070-4357-8fdd-1dd80acf0e0e" providerId="ADAL" clId="{1217E28D-239A-4441-968C-58AE3EC2369F}" dt="2025-09-01T18:32:21.912" v="2930"/>
          <ac:spMkLst>
            <pc:docMk/>
            <pc:sldMk cId="261189852" sldId="259"/>
            <ac:spMk id="2" creationId="{2DD150CA-2CF3-BF34-70BC-612284466F69}"/>
          </ac:spMkLst>
        </pc:spChg>
        <pc:spChg chg="mod">
          <ac:chgData name="Hans Naert" userId="1cb2f04a-8070-4357-8fdd-1dd80acf0e0e" providerId="ADAL" clId="{1217E28D-239A-4441-968C-58AE3EC2369F}" dt="2025-09-01T18:35:41.274" v="2964" actId="113"/>
          <ac:spMkLst>
            <pc:docMk/>
            <pc:sldMk cId="261189852" sldId="259"/>
            <ac:spMk id="3" creationId="{CDDBBAD3-29D3-C578-F937-7D4856410A21}"/>
          </ac:spMkLst>
        </pc:spChg>
        <pc:graphicFrameChg chg="add mod modGraphic">
          <ac:chgData name="Hans Naert" userId="1cb2f04a-8070-4357-8fdd-1dd80acf0e0e" providerId="ADAL" clId="{1217E28D-239A-4441-968C-58AE3EC2369F}" dt="2025-09-01T11:31:04.036" v="1014" actId="790"/>
          <ac:graphicFrameMkLst>
            <pc:docMk/>
            <pc:sldMk cId="261189852" sldId="259"/>
            <ac:graphicFrameMk id="4" creationId="{54303BBD-6681-0F91-0EAB-9C05B8E2189E}"/>
          </ac:graphicFrameMkLst>
        </pc:graphicFrameChg>
      </pc:sldChg>
      <pc:sldChg chg="modSp add mod modNotesTx">
        <pc:chgData name="Hans Naert" userId="1cb2f04a-8070-4357-8fdd-1dd80acf0e0e" providerId="ADAL" clId="{1217E28D-239A-4441-968C-58AE3EC2369F}" dt="2025-09-01T18:35:44.694" v="2965" actId="113"/>
        <pc:sldMkLst>
          <pc:docMk/>
          <pc:sldMk cId="1967302668" sldId="260"/>
        </pc:sldMkLst>
        <pc:spChg chg="mod">
          <ac:chgData name="Hans Naert" userId="1cb2f04a-8070-4357-8fdd-1dd80acf0e0e" providerId="ADAL" clId="{1217E28D-239A-4441-968C-58AE3EC2369F}" dt="2025-09-01T18:32:37.367" v="2933"/>
          <ac:spMkLst>
            <pc:docMk/>
            <pc:sldMk cId="1967302668" sldId="260"/>
            <ac:spMk id="2" creationId="{9CBB6CBE-2373-41FD-7D49-F031DE1D3477}"/>
          </ac:spMkLst>
        </pc:spChg>
        <pc:spChg chg="mod">
          <ac:chgData name="Hans Naert" userId="1cb2f04a-8070-4357-8fdd-1dd80acf0e0e" providerId="ADAL" clId="{1217E28D-239A-4441-968C-58AE3EC2369F}" dt="2025-09-01T18:35:44.694" v="2965" actId="113"/>
          <ac:spMkLst>
            <pc:docMk/>
            <pc:sldMk cId="1967302668" sldId="260"/>
            <ac:spMk id="3" creationId="{D4C37C1F-AFA6-C686-B588-12BFB235D4AF}"/>
          </ac:spMkLst>
        </pc:spChg>
      </pc:sldChg>
      <pc:sldChg chg="modSp new mod">
        <pc:chgData name="Hans Naert" userId="1cb2f04a-8070-4357-8fdd-1dd80acf0e0e" providerId="ADAL" clId="{1217E28D-239A-4441-968C-58AE3EC2369F}" dt="2025-09-01T18:33:25.508" v="2940" actId="20577"/>
        <pc:sldMkLst>
          <pc:docMk/>
          <pc:sldMk cId="1497248448" sldId="261"/>
        </pc:sldMkLst>
        <pc:spChg chg="mod">
          <ac:chgData name="Hans Naert" userId="1cb2f04a-8070-4357-8fdd-1dd80acf0e0e" providerId="ADAL" clId="{1217E28D-239A-4441-968C-58AE3EC2369F}" dt="2025-09-01T18:33:15.113" v="2937"/>
          <ac:spMkLst>
            <pc:docMk/>
            <pc:sldMk cId="1497248448" sldId="261"/>
            <ac:spMk id="2" creationId="{FB39A9F2-256B-24E5-8180-3EAE59DAEAF6}"/>
          </ac:spMkLst>
        </pc:spChg>
        <pc:spChg chg="mod">
          <ac:chgData name="Hans Naert" userId="1cb2f04a-8070-4357-8fdd-1dd80acf0e0e" providerId="ADAL" clId="{1217E28D-239A-4441-968C-58AE3EC2369F}" dt="2025-09-01T18:33:25.508" v="2940" actId="20577"/>
          <ac:spMkLst>
            <pc:docMk/>
            <pc:sldMk cId="1497248448" sldId="261"/>
            <ac:spMk id="3" creationId="{77553946-738A-180E-B6EF-A13988E1DCBF}"/>
          </ac:spMkLst>
        </pc:spChg>
      </pc:sldChg>
      <pc:sldChg chg="modSp add mod modNotesTx">
        <pc:chgData name="Hans Naert" userId="1cb2f04a-8070-4357-8fdd-1dd80acf0e0e" providerId="ADAL" clId="{1217E28D-239A-4441-968C-58AE3EC2369F}" dt="2025-09-01T18:36:48.766" v="2974" actId="20577"/>
        <pc:sldMkLst>
          <pc:docMk/>
          <pc:sldMk cId="1061820452" sldId="262"/>
        </pc:sldMkLst>
        <pc:spChg chg="mod">
          <ac:chgData name="Hans Naert" userId="1cb2f04a-8070-4357-8fdd-1dd80acf0e0e" providerId="ADAL" clId="{1217E28D-239A-4441-968C-58AE3EC2369F}" dt="2025-09-01T18:35:53.663" v="2968" actId="20577"/>
          <ac:spMkLst>
            <pc:docMk/>
            <pc:sldMk cId="1061820452" sldId="262"/>
            <ac:spMk id="2" creationId="{4AE9744F-3006-DFBB-2638-53E368DA726C}"/>
          </ac:spMkLst>
        </pc:spChg>
        <pc:spChg chg="mod">
          <ac:chgData name="Hans Naert" userId="1cb2f04a-8070-4357-8fdd-1dd80acf0e0e" providerId="ADAL" clId="{1217E28D-239A-4441-968C-58AE3EC2369F}" dt="2025-09-01T18:36:48.766" v="2974" actId="20577"/>
          <ac:spMkLst>
            <pc:docMk/>
            <pc:sldMk cId="1061820452" sldId="262"/>
            <ac:spMk id="3" creationId="{DEC98AF9-BBBA-8986-BD8F-D5FF32B9AEF3}"/>
          </ac:spMkLst>
        </pc:spChg>
      </pc:sldChg>
      <pc:sldChg chg="modSp add mod modNotesTx">
        <pc:chgData name="Hans Naert" userId="1cb2f04a-8070-4357-8fdd-1dd80acf0e0e" providerId="ADAL" clId="{1217E28D-239A-4441-968C-58AE3EC2369F}" dt="2025-09-03T14:41:42.736" v="3422"/>
        <pc:sldMkLst>
          <pc:docMk/>
          <pc:sldMk cId="2563762787" sldId="263"/>
        </pc:sldMkLst>
        <pc:spChg chg="mod">
          <ac:chgData name="Hans Naert" userId="1cb2f04a-8070-4357-8fdd-1dd80acf0e0e" providerId="ADAL" clId="{1217E28D-239A-4441-968C-58AE3EC2369F}" dt="2025-09-01T18:34:50.353" v="2958"/>
          <ac:spMkLst>
            <pc:docMk/>
            <pc:sldMk cId="2563762787" sldId="263"/>
            <ac:spMk id="2" creationId="{0ED91E53-E5A8-7462-5B61-25690F635B9F}"/>
          </ac:spMkLst>
        </pc:spChg>
        <pc:spChg chg="mod">
          <ac:chgData name="Hans Naert" userId="1cb2f04a-8070-4357-8fdd-1dd80acf0e0e" providerId="ADAL" clId="{1217E28D-239A-4441-968C-58AE3EC2369F}" dt="2025-09-03T14:41:42.736" v="3422"/>
          <ac:spMkLst>
            <pc:docMk/>
            <pc:sldMk cId="2563762787" sldId="263"/>
            <ac:spMk id="3" creationId="{8E7B0528-F2B3-285E-D695-F47CC36BD284}"/>
          </ac:spMkLst>
        </pc:spChg>
      </pc:sldChg>
      <pc:sldChg chg="modSp new mod modNotesTx">
        <pc:chgData name="Hans Naert" userId="1cb2f04a-8070-4357-8fdd-1dd80acf0e0e" providerId="ADAL" clId="{1217E28D-239A-4441-968C-58AE3EC2369F}" dt="2025-09-01T18:36:08.382" v="2969" actId="113"/>
        <pc:sldMkLst>
          <pc:docMk/>
          <pc:sldMk cId="2465694462" sldId="264"/>
        </pc:sldMkLst>
        <pc:spChg chg="mod">
          <ac:chgData name="Hans Naert" userId="1cb2f04a-8070-4357-8fdd-1dd80acf0e0e" providerId="ADAL" clId="{1217E28D-239A-4441-968C-58AE3EC2369F}" dt="2025-09-01T18:35:04.507" v="2960"/>
          <ac:spMkLst>
            <pc:docMk/>
            <pc:sldMk cId="2465694462" sldId="264"/>
            <ac:spMk id="2" creationId="{0E7E3B49-5F07-A94C-2E71-286C0A3D2B20}"/>
          </ac:spMkLst>
        </pc:spChg>
        <pc:spChg chg="mod">
          <ac:chgData name="Hans Naert" userId="1cb2f04a-8070-4357-8fdd-1dd80acf0e0e" providerId="ADAL" clId="{1217E28D-239A-4441-968C-58AE3EC2369F}" dt="2025-09-01T18:36:08.382" v="2969" actId="113"/>
          <ac:spMkLst>
            <pc:docMk/>
            <pc:sldMk cId="2465694462" sldId="264"/>
            <ac:spMk id="3" creationId="{9BB41A47-1DB3-81E1-E6BB-98914865E42D}"/>
          </ac:spMkLst>
        </pc:spChg>
      </pc:sldChg>
      <pc:sldChg chg="modSp add mod">
        <pc:chgData name="Hans Naert" userId="1cb2f04a-8070-4357-8fdd-1dd80acf0e0e" providerId="ADAL" clId="{1217E28D-239A-4441-968C-58AE3EC2369F}" dt="2025-09-01T18:36:26.285" v="2973" actId="113"/>
        <pc:sldMkLst>
          <pc:docMk/>
          <pc:sldMk cId="3015498005" sldId="265"/>
        </pc:sldMkLst>
        <pc:spChg chg="mod">
          <ac:chgData name="Hans Naert" userId="1cb2f04a-8070-4357-8fdd-1dd80acf0e0e" providerId="ADAL" clId="{1217E28D-239A-4441-968C-58AE3EC2369F}" dt="2025-09-01T18:36:19.877" v="2971"/>
          <ac:spMkLst>
            <pc:docMk/>
            <pc:sldMk cId="3015498005" sldId="265"/>
            <ac:spMk id="2" creationId="{08938CA2-5FD4-BE03-C47D-B064C75357B7}"/>
          </ac:spMkLst>
        </pc:spChg>
        <pc:spChg chg="mod">
          <ac:chgData name="Hans Naert" userId="1cb2f04a-8070-4357-8fdd-1dd80acf0e0e" providerId="ADAL" clId="{1217E28D-239A-4441-968C-58AE3EC2369F}" dt="2025-09-01T18:36:26.285" v="2973" actId="113"/>
          <ac:spMkLst>
            <pc:docMk/>
            <pc:sldMk cId="3015498005" sldId="265"/>
            <ac:spMk id="3" creationId="{0E5B0A8D-0037-DACD-8CFB-6AC63E6422C1}"/>
          </ac:spMkLst>
        </pc:spChg>
      </pc:sldChg>
      <pc:sldChg chg="modSp add mod">
        <pc:chgData name="Hans Naert" userId="1cb2f04a-8070-4357-8fdd-1dd80acf0e0e" providerId="ADAL" clId="{1217E28D-239A-4441-968C-58AE3EC2369F}" dt="2025-09-03T18:35:06.229" v="3446" actId="20577"/>
        <pc:sldMkLst>
          <pc:docMk/>
          <pc:sldMk cId="2205263066" sldId="266"/>
        </pc:sldMkLst>
        <pc:spChg chg="mod">
          <ac:chgData name="Hans Naert" userId="1cb2f04a-8070-4357-8fdd-1dd80acf0e0e" providerId="ADAL" clId="{1217E28D-239A-4441-968C-58AE3EC2369F}" dt="2025-09-01T18:37:06.790" v="2976"/>
          <ac:spMkLst>
            <pc:docMk/>
            <pc:sldMk cId="2205263066" sldId="266"/>
            <ac:spMk id="2" creationId="{3A032DB4-774B-914C-049C-C9BF1AF1D906}"/>
          </ac:spMkLst>
        </pc:spChg>
        <pc:spChg chg="mod">
          <ac:chgData name="Hans Naert" userId="1cb2f04a-8070-4357-8fdd-1dd80acf0e0e" providerId="ADAL" clId="{1217E28D-239A-4441-968C-58AE3EC2369F}" dt="2025-09-03T18:35:06.229" v="3446" actId="20577"/>
          <ac:spMkLst>
            <pc:docMk/>
            <pc:sldMk cId="2205263066" sldId="266"/>
            <ac:spMk id="3" creationId="{0DDAA842-E143-1C93-FE39-023B17F2D273}"/>
          </ac:spMkLst>
        </pc:spChg>
      </pc:sldChg>
      <pc:sldChg chg="modSp new mod modNotesTx">
        <pc:chgData name="Hans Naert" userId="1cb2f04a-8070-4357-8fdd-1dd80acf0e0e" providerId="ADAL" clId="{1217E28D-239A-4441-968C-58AE3EC2369F}" dt="2025-09-01T18:37:28.629" v="2981"/>
        <pc:sldMkLst>
          <pc:docMk/>
          <pc:sldMk cId="2038236112" sldId="267"/>
        </pc:sldMkLst>
        <pc:spChg chg="mod">
          <ac:chgData name="Hans Naert" userId="1cb2f04a-8070-4357-8fdd-1dd80acf0e0e" providerId="ADAL" clId="{1217E28D-239A-4441-968C-58AE3EC2369F}" dt="2025-09-01T18:37:28.629" v="2981"/>
          <ac:spMkLst>
            <pc:docMk/>
            <pc:sldMk cId="2038236112" sldId="267"/>
            <ac:spMk id="2" creationId="{5630F42C-F79B-8A2F-25B9-C1444881142B}"/>
          </ac:spMkLst>
        </pc:spChg>
        <pc:spChg chg="mod">
          <ac:chgData name="Hans Naert" userId="1cb2f04a-8070-4357-8fdd-1dd80acf0e0e" providerId="ADAL" clId="{1217E28D-239A-4441-968C-58AE3EC2369F}" dt="2025-09-01T18:37:27.099" v="2980" actId="113"/>
          <ac:spMkLst>
            <pc:docMk/>
            <pc:sldMk cId="2038236112" sldId="267"/>
            <ac:spMk id="3" creationId="{441AFA25-D5C7-BC71-7C8F-C14A2657A013}"/>
          </ac:spMkLst>
        </pc:spChg>
      </pc:sldChg>
      <pc:sldChg chg="addSp delSp modSp add mod ord chgLayout">
        <pc:chgData name="Hans Naert" userId="1cb2f04a-8070-4357-8fdd-1dd80acf0e0e" providerId="ADAL" clId="{1217E28D-239A-4441-968C-58AE3EC2369F}" dt="2025-09-01T18:37:42.286" v="2985" actId="113"/>
        <pc:sldMkLst>
          <pc:docMk/>
          <pc:sldMk cId="660968566" sldId="268"/>
        </pc:sldMkLst>
        <pc:spChg chg="mod ord">
          <ac:chgData name="Hans Naert" userId="1cb2f04a-8070-4357-8fdd-1dd80acf0e0e" providerId="ADAL" clId="{1217E28D-239A-4441-968C-58AE3EC2369F}" dt="2025-09-01T18:37:35.967" v="2983"/>
          <ac:spMkLst>
            <pc:docMk/>
            <pc:sldMk cId="660968566" sldId="268"/>
            <ac:spMk id="2" creationId="{8449B434-24C6-DF9D-7A8B-D246926E8663}"/>
          </ac:spMkLst>
        </pc:spChg>
        <pc:spChg chg="mod ord">
          <ac:chgData name="Hans Naert" userId="1cb2f04a-8070-4357-8fdd-1dd80acf0e0e" providerId="ADAL" clId="{1217E28D-239A-4441-968C-58AE3EC2369F}" dt="2025-09-01T18:37:42.286" v="2985" actId="113"/>
          <ac:spMkLst>
            <pc:docMk/>
            <pc:sldMk cId="660968566" sldId="268"/>
            <ac:spMk id="3" creationId="{3CA3C373-CC02-8429-F7A4-10E57C8F59DC}"/>
          </ac:spMkLst>
        </pc:spChg>
      </pc:sldChg>
      <pc:sldChg chg="addSp delSp modSp add mod modClrScheme chgLayout modNotesTx">
        <pc:chgData name="Hans Naert" userId="1cb2f04a-8070-4357-8fdd-1dd80acf0e0e" providerId="ADAL" clId="{1217E28D-239A-4441-968C-58AE3EC2369F}" dt="2025-09-01T18:38:23.126" v="2992" actId="113"/>
        <pc:sldMkLst>
          <pc:docMk/>
          <pc:sldMk cId="25198280" sldId="269"/>
        </pc:sldMkLst>
        <pc:spChg chg="mod ord">
          <ac:chgData name="Hans Naert" userId="1cb2f04a-8070-4357-8fdd-1dd80acf0e0e" providerId="ADAL" clId="{1217E28D-239A-4441-968C-58AE3EC2369F}" dt="2025-09-01T18:38:19.222" v="2991"/>
          <ac:spMkLst>
            <pc:docMk/>
            <pc:sldMk cId="25198280" sldId="269"/>
            <ac:spMk id="2" creationId="{B3B3F806-017A-29CE-2861-2B1D981F6F37}"/>
          </ac:spMkLst>
        </pc:spChg>
        <pc:spChg chg="add mod ord">
          <ac:chgData name="Hans Naert" userId="1cb2f04a-8070-4357-8fdd-1dd80acf0e0e" providerId="ADAL" clId="{1217E28D-239A-4441-968C-58AE3EC2369F}" dt="2025-09-01T18:38:23.126" v="2992" actId="113"/>
          <ac:spMkLst>
            <pc:docMk/>
            <pc:sldMk cId="25198280" sldId="269"/>
            <ac:spMk id="6" creationId="{CE742CAD-1303-0FEA-BB81-5D9254223124}"/>
          </ac:spMkLst>
        </pc:spChg>
        <pc:graphicFrameChg chg="add mod modGraphic">
          <ac:chgData name="Hans Naert" userId="1cb2f04a-8070-4357-8fdd-1dd80acf0e0e" providerId="ADAL" clId="{1217E28D-239A-4441-968C-58AE3EC2369F}" dt="2025-09-01T18:29:18.305" v="2881" actId="1076"/>
          <ac:graphicFrameMkLst>
            <pc:docMk/>
            <pc:sldMk cId="25198280" sldId="269"/>
            <ac:graphicFrameMk id="4" creationId="{A76239C3-DEE9-477D-2BD8-4EF30B5A153A}"/>
          </ac:graphicFrameMkLst>
        </pc:graphicFrameChg>
      </pc:sldChg>
      <pc:sldChg chg="delSp modSp add mod">
        <pc:chgData name="Hans Naert" userId="1cb2f04a-8070-4357-8fdd-1dd80acf0e0e" providerId="ADAL" clId="{1217E28D-239A-4441-968C-58AE3EC2369F}" dt="2025-09-03T19:27:46.552" v="3473" actId="6549"/>
        <pc:sldMkLst>
          <pc:docMk/>
          <pc:sldMk cId="958565483" sldId="270"/>
        </pc:sldMkLst>
        <pc:spChg chg="mod">
          <ac:chgData name="Hans Naert" userId="1cb2f04a-8070-4357-8fdd-1dd80acf0e0e" providerId="ADAL" clId="{1217E28D-239A-4441-968C-58AE3EC2369F}" dt="2025-09-01T18:38:30.432" v="2994"/>
          <ac:spMkLst>
            <pc:docMk/>
            <pc:sldMk cId="958565483" sldId="270"/>
            <ac:spMk id="2" creationId="{8D411FE6-8484-A543-1320-6058BC7021CA}"/>
          </ac:spMkLst>
        </pc:spChg>
        <pc:spChg chg="mod">
          <ac:chgData name="Hans Naert" userId="1cb2f04a-8070-4357-8fdd-1dd80acf0e0e" providerId="ADAL" clId="{1217E28D-239A-4441-968C-58AE3EC2369F}" dt="2025-09-03T19:27:46.552" v="3473" actId="6549"/>
          <ac:spMkLst>
            <pc:docMk/>
            <pc:sldMk cId="958565483" sldId="270"/>
            <ac:spMk id="3" creationId="{72A30E5F-73C8-775E-477B-8AF5E5CDCBC2}"/>
          </ac:spMkLst>
        </pc:spChg>
      </pc:sldChg>
      <pc:sldChg chg="modSp new mod modNotesTx">
        <pc:chgData name="Hans Naert" userId="1cb2f04a-8070-4357-8fdd-1dd80acf0e0e" providerId="ADAL" clId="{1217E28D-239A-4441-968C-58AE3EC2369F}" dt="2025-09-01T18:39:53.621" v="3012" actId="20577"/>
        <pc:sldMkLst>
          <pc:docMk/>
          <pc:sldMk cId="1926557440" sldId="271"/>
        </pc:sldMkLst>
        <pc:spChg chg="mod">
          <ac:chgData name="Hans Naert" userId="1cb2f04a-8070-4357-8fdd-1dd80acf0e0e" providerId="ADAL" clId="{1217E28D-239A-4441-968C-58AE3EC2369F}" dt="2025-09-01T13:09:33.484" v="1733"/>
          <ac:spMkLst>
            <pc:docMk/>
            <pc:sldMk cId="1926557440" sldId="271"/>
            <ac:spMk id="2" creationId="{8E355AF7-979A-7585-B5D7-0D60B1593EF6}"/>
          </ac:spMkLst>
        </pc:spChg>
        <pc:spChg chg="mod">
          <ac:chgData name="Hans Naert" userId="1cb2f04a-8070-4357-8fdd-1dd80acf0e0e" providerId="ADAL" clId="{1217E28D-239A-4441-968C-58AE3EC2369F}" dt="2025-09-01T18:39:53.621" v="3012" actId="20577"/>
          <ac:spMkLst>
            <pc:docMk/>
            <pc:sldMk cId="1926557440" sldId="271"/>
            <ac:spMk id="3" creationId="{859CE55D-7D90-4840-EF08-5658C85F5F15}"/>
          </ac:spMkLst>
        </pc:spChg>
      </pc:sldChg>
      <pc:sldChg chg="modSp add mod ord">
        <pc:chgData name="Hans Naert" userId="1cb2f04a-8070-4357-8fdd-1dd80acf0e0e" providerId="ADAL" clId="{1217E28D-239A-4441-968C-58AE3EC2369F}" dt="2025-09-01T18:39:24.268" v="3003" actId="113"/>
        <pc:sldMkLst>
          <pc:docMk/>
          <pc:sldMk cId="3472990831" sldId="272"/>
        </pc:sldMkLst>
        <pc:spChg chg="mod">
          <ac:chgData name="Hans Naert" userId="1cb2f04a-8070-4357-8fdd-1dd80acf0e0e" providerId="ADAL" clId="{1217E28D-239A-4441-968C-58AE3EC2369F}" dt="2025-09-01T18:39:24.268" v="3003" actId="113"/>
          <ac:spMkLst>
            <pc:docMk/>
            <pc:sldMk cId="3472990831" sldId="272"/>
            <ac:spMk id="3" creationId="{E55E1578-9E52-724A-82C2-0BAB041B5ED5}"/>
          </ac:spMkLst>
        </pc:spChg>
      </pc:sldChg>
      <pc:sldChg chg="addSp delSp modSp add mod ord chgLayout">
        <pc:chgData name="Hans Naert" userId="1cb2f04a-8070-4357-8fdd-1dd80acf0e0e" providerId="ADAL" clId="{1217E28D-239A-4441-968C-58AE3EC2369F}" dt="2025-09-04T18:28:44.727" v="3537"/>
        <pc:sldMkLst>
          <pc:docMk/>
          <pc:sldMk cId="2539101676" sldId="273"/>
        </pc:sldMkLst>
        <pc:spChg chg="mod ord">
          <ac:chgData name="Hans Naert" userId="1cb2f04a-8070-4357-8fdd-1dd80acf0e0e" providerId="ADAL" clId="{1217E28D-239A-4441-968C-58AE3EC2369F}" dt="2025-09-01T18:50:24.368" v="3278" actId="6264"/>
          <ac:spMkLst>
            <pc:docMk/>
            <pc:sldMk cId="2539101676" sldId="273"/>
            <ac:spMk id="2" creationId="{06AA8EDB-2C94-A02B-2923-3873B96BE701}"/>
          </ac:spMkLst>
        </pc:spChg>
        <pc:spChg chg="mod ord">
          <ac:chgData name="Hans Naert" userId="1cb2f04a-8070-4357-8fdd-1dd80acf0e0e" providerId="ADAL" clId="{1217E28D-239A-4441-968C-58AE3EC2369F}" dt="2025-09-04T18:28:44.727" v="3537"/>
          <ac:spMkLst>
            <pc:docMk/>
            <pc:sldMk cId="2539101676" sldId="273"/>
            <ac:spMk id="3" creationId="{F9BFE703-F420-DEB4-422F-FFD732A0BD16}"/>
          </ac:spMkLst>
        </pc:spChg>
      </pc:sldChg>
      <pc:sldChg chg="addSp delSp modSp add mod chgLayout modNotesTx">
        <pc:chgData name="Hans Naert" userId="1cb2f04a-8070-4357-8fdd-1dd80acf0e0e" providerId="ADAL" clId="{1217E28D-239A-4441-968C-58AE3EC2369F}" dt="2025-09-01T18:43:05.017" v="3175" actId="20577"/>
        <pc:sldMkLst>
          <pc:docMk/>
          <pc:sldMk cId="161888941" sldId="274"/>
        </pc:sldMkLst>
        <pc:spChg chg="mod ord">
          <ac:chgData name="Hans Naert" userId="1cb2f04a-8070-4357-8fdd-1dd80acf0e0e" providerId="ADAL" clId="{1217E28D-239A-4441-968C-58AE3EC2369F}" dt="2025-09-01T13:42:33.166" v="1943" actId="6264"/>
          <ac:spMkLst>
            <pc:docMk/>
            <pc:sldMk cId="161888941" sldId="274"/>
            <ac:spMk id="2" creationId="{7A15013A-E3A1-B551-C38C-B7CBF87C33D3}"/>
          </ac:spMkLst>
        </pc:spChg>
        <pc:spChg chg="mod ord">
          <ac:chgData name="Hans Naert" userId="1cb2f04a-8070-4357-8fdd-1dd80acf0e0e" providerId="ADAL" clId="{1217E28D-239A-4441-968C-58AE3EC2369F}" dt="2025-09-01T18:43:05.017" v="3175" actId="20577"/>
          <ac:spMkLst>
            <pc:docMk/>
            <pc:sldMk cId="161888941" sldId="274"/>
            <ac:spMk id="3" creationId="{7EBBE3EA-C8B3-FB95-C319-756805E39CB1}"/>
          </ac:spMkLst>
        </pc:spChg>
      </pc:sldChg>
      <pc:sldChg chg="modSp add del mod modTransition">
        <pc:chgData name="Hans Naert" userId="1cb2f04a-8070-4357-8fdd-1dd80acf0e0e" providerId="ADAL" clId="{1217E28D-239A-4441-968C-58AE3EC2369F}" dt="2025-09-01T13:39:58.961" v="1860" actId="47"/>
        <pc:sldMkLst>
          <pc:docMk/>
          <pc:sldMk cId="725300734" sldId="275"/>
        </pc:sldMkLst>
      </pc:sldChg>
      <pc:sldChg chg="modSp new mod modNotesTx">
        <pc:chgData name="Hans Naert" userId="1cb2f04a-8070-4357-8fdd-1dd80acf0e0e" providerId="ADAL" clId="{1217E28D-239A-4441-968C-58AE3EC2369F}" dt="2025-09-01T18:44:12.360" v="3188" actId="113"/>
        <pc:sldMkLst>
          <pc:docMk/>
          <pc:sldMk cId="3465635200" sldId="275"/>
        </pc:sldMkLst>
        <pc:spChg chg="mod">
          <ac:chgData name="Hans Naert" userId="1cb2f04a-8070-4357-8fdd-1dd80acf0e0e" providerId="ADAL" clId="{1217E28D-239A-4441-968C-58AE3EC2369F}" dt="2025-09-01T17:46:27.671" v="2603"/>
          <ac:spMkLst>
            <pc:docMk/>
            <pc:sldMk cId="3465635200" sldId="275"/>
            <ac:spMk id="2" creationId="{FE0EE5C1-28B6-F9CE-BA97-A6F825FCBD17}"/>
          </ac:spMkLst>
        </pc:spChg>
        <pc:spChg chg="mod">
          <ac:chgData name="Hans Naert" userId="1cb2f04a-8070-4357-8fdd-1dd80acf0e0e" providerId="ADAL" clId="{1217E28D-239A-4441-968C-58AE3EC2369F}" dt="2025-09-01T18:44:12.360" v="3188" actId="113"/>
          <ac:spMkLst>
            <pc:docMk/>
            <pc:sldMk cId="3465635200" sldId="275"/>
            <ac:spMk id="3" creationId="{4C7939BF-0566-6265-DE2F-9641A514D53F}"/>
          </ac:spMkLst>
        </pc:spChg>
      </pc:sldChg>
      <pc:sldChg chg="modSp add mod modNotesTx">
        <pc:chgData name="Hans Naert" userId="1cb2f04a-8070-4357-8fdd-1dd80acf0e0e" providerId="ADAL" clId="{1217E28D-239A-4441-968C-58AE3EC2369F}" dt="2025-09-01T18:44:42.681" v="3193" actId="113"/>
        <pc:sldMkLst>
          <pc:docMk/>
          <pc:sldMk cId="2122661893" sldId="276"/>
        </pc:sldMkLst>
        <pc:spChg chg="mod">
          <ac:chgData name="Hans Naert" userId="1cb2f04a-8070-4357-8fdd-1dd80acf0e0e" providerId="ADAL" clId="{1217E28D-239A-4441-968C-58AE3EC2369F}" dt="2025-09-01T18:44:42.681" v="3193" actId="113"/>
          <ac:spMkLst>
            <pc:docMk/>
            <pc:sldMk cId="2122661893" sldId="276"/>
            <ac:spMk id="3" creationId="{A3AC8314-E72A-6837-1439-C6AFA2C45AFB}"/>
          </ac:spMkLst>
        </pc:spChg>
      </pc:sldChg>
      <pc:sldChg chg="modSp add mod modClrScheme chgLayout">
        <pc:chgData name="Hans Naert" userId="1cb2f04a-8070-4357-8fdd-1dd80acf0e0e" providerId="ADAL" clId="{1217E28D-239A-4441-968C-58AE3EC2369F}" dt="2025-09-01T18:47:37.768" v="3223" actId="700"/>
        <pc:sldMkLst>
          <pc:docMk/>
          <pc:sldMk cId="3318950389" sldId="277"/>
        </pc:sldMkLst>
        <pc:spChg chg="mod ord">
          <ac:chgData name="Hans Naert" userId="1cb2f04a-8070-4357-8fdd-1dd80acf0e0e" providerId="ADAL" clId="{1217E28D-239A-4441-968C-58AE3EC2369F}" dt="2025-09-01T18:47:37.768" v="3223" actId="700"/>
          <ac:spMkLst>
            <pc:docMk/>
            <pc:sldMk cId="3318950389" sldId="277"/>
            <ac:spMk id="2" creationId="{3397765D-3515-BCBD-3694-2833B32D7229}"/>
          </ac:spMkLst>
        </pc:spChg>
        <pc:spChg chg="mod ord">
          <ac:chgData name="Hans Naert" userId="1cb2f04a-8070-4357-8fdd-1dd80acf0e0e" providerId="ADAL" clId="{1217E28D-239A-4441-968C-58AE3EC2369F}" dt="2025-09-01T18:47:37.768" v="3223" actId="700"/>
          <ac:spMkLst>
            <pc:docMk/>
            <pc:sldMk cId="3318950389" sldId="277"/>
            <ac:spMk id="3" creationId="{FFF0560E-265E-D8FA-4E40-B995A390B844}"/>
          </ac:spMkLst>
        </pc:spChg>
      </pc:sldChg>
      <pc:sldChg chg="addSp delSp modSp new mod ord modClrScheme chgLayout modNotesTx">
        <pc:chgData name="Hans Naert" userId="1cb2f04a-8070-4357-8fdd-1dd80acf0e0e" providerId="ADAL" clId="{1217E28D-239A-4441-968C-58AE3EC2369F}" dt="2025-09-01T18:06:48.255" v="2777" actId="20577"/>
        <pc:sldMkLst>
          <pc:docMk/>
          <pc:sldMk cId="1674924256" sldId="278"/>
        </pc:sldMkLst>
        <pc:spChg chg="add mod ord">
          <ac:chgData name="Hans Naert" userId="1cb2f04a-8070-4357-8fdd-1dd80acf0e0e" providerId="ADAL" clId="{1217E28D-239A-4441-968C-58AE3EC2369F}" dt="2025-09-01T18:05:19.943" v="2764"/>
          <ac:spMkLst>
            <pc:docMk/>
            <pc:sldMk cId="1674924256" sldId="278"/>
            <ac:spMk id="4" creationId="{4F3B7587-6D23-4BB0-7A6B-114CCE04CA71}"/>
          </ac:spMkLst>
        </pc:spChg>
      </pc:sldChg>
      <pc:sldChg chg="addSp delSp modSp new mod ord modClrScheme chgLayout">
        <pc:chgData name="Hans Naert" userId="1cb2f04a-8070-4357-8fdd-1dd80acf0e0e" providerId="ADAL" clId="{1217E28D-239A-4441-968C-58AE3EC2369F}" dt="2025-09-01T18:06:20.832" v="2776"/>
        <pc:sldMkLst>
          <pc:docMk/>
          <pc:sldMk cId="1453283090" sldId="279"/>
        </pc:sldMkLst>
        <pc:spChg chg="add mod ord">
          <ac:chgData name="Hans Naert" userId="1cb2f04a-8070-4357-8fdd-1dd80acf0e0e" providerId="ADAL" clId="{1217E28D-239A-4441-968C-58AE3EC2369F}" dt="2025-09-01T18:06:20.832" v="2776"/>
          <ac:spMkLst>
            <pc:docMk/>
            <pc:sldMk cId="1453283090" sldId="279"/>
            <ac:spMk id="4" creationId="{2270DCA4-1045-5E02-8990-600BD03D2397}"/>
          </ac:spMkLst>
        </pc:spChg>
      </pc:sldChg>
      <pc:sldChg chg="modSp new mod ord">
        <pc:chgData name="Hans Naert" userId="1cb2f04a-8070-4357-8fdd-1dd80acf0e0e" providerId="ADAL" clId="{1217E28D-239A-4441-968C-58AE3EC2369F}" dt="2025-09-01T18:13:19.004" v="2823" actId="14100"/>
        <pc:sldMkLst>
          <pc:docMk/>
          <pc:sldMk cId="1517901766" sldId="280"/>
        </pc:sldMkLst>
        <pc:spChg chg="mod">
          <ac:chgData name="Hans Naert" userId="1cb2f04a-8070-4357-8fdd-1dd80acf0e0e" providerId="ADAL" clId="{1217E28D-239A-4441-968C-58AE3EC2369F}" dt="2025-09-01T18:13:19.004" v="2823" actId="14100"/>
          <ac:spMkLst>
            <pc:docMk/>
            <pc:sldMk cId="1517901766" sldId="280"/>
            <ac:spMk id="2" creationId="{88700E30-B39F-0DEA-EE89-5CB1F13F1770}"/>
          </ac:spMkLst>
        </pc:spChg>
      </pc:sldChg>
      <pc:sldChg chg="addSp delSp modSp new mod modClrScheme chgLayout">
        <pc:chgData name="Hans Naert" userId="1cb2f04a-8070-4357-8fdd-1dd80acf0e0e" providerId="ADAL" clId="{1217E28D-239A-4441-968C-58AE3EC2369F}" dt="2025-09-01T18:24:07.082" v="2849"/>
        <pc:sldMkLst>
          <pc:docMk/>
          <pc:sldMk cId="3405595968" sldId="281"/>
        </pc:sldMkLst>
        <pc:spChg chg="add mod ord">
          <ac:chgData name="Hans Naert" userId="1cb2f04a-8070-4357-8fdd-1dd80acf0e0e" providerId="ADAL" clId="{1217E28D-239A-4441-968C-58AE3EC2369F}" dt="2025-09-01T18:24:07.082" v="2849"/>
          <ac:spMkLst>
            <pc:docMk/>
            <pc:sldMk cId="3405595968" sldId="281"/>
            <ac:spMk id="4" creationId="{008CD5FD-F4D7-5A74-216F-595E9AE1B2EA}"/>
          </ac:spMkLst>
        </pc:spChg>
      </pc:sldChg>
      <pc:sldChg chg="addSp delSp modSp new mod ord modClrScheme chgLayout">
        <pc:chgData name="Hans Naert" userId="1cb2f04a-8070-4357-8fdd-1dd80acf0e0e" providerId="ADAL" clId="{1217E28D-239A-4441-968C-58AE3EC2369F}" dt="2025-09-01T18:38:51.297" v="2996"/>
        <pc:sldMkLst>
          <pc:docMk/>
          <pc:sldMk cId="2318841725" sldId="282"/>
        </pc:sldMkLst>
        <pc:spChg chg="add mod ord">
          <ac:chgData name="Hans Naert" userId="1cb2f04a-8070-4357-8fdd-1dd80acf0e0e" providerId="ADAL" clId="{1217E28D-239A-4441-968C-58AE3EC2369F}" dt="2025-09-01T18:38:51.297" v="2996"/>
          <ac:spMkLst>
            <pc:docMk/>
            <pc:sldMk cId="2318841725" sldId="282"/>
            <ac:spMk id="4" creationId="{47DAD74D-369B-24B9-5361-053F842AE6F2}"/>
          </ac:spMkLst>
        </pc:spChg>
      </pc:sldChg>
      <pc:sldChg chg="addSp delSp modSp new mod ord modClrScheme chgLayout">
        <pc:chgData name="Hans Naert" userId="1cb2f04a-8070-4357-8fdd-1dd80acf0e0e" providerId="ADAL" clId="{1217E28D-239A-4441-968C-58AE3EC2369F}" dt="2025-09-01T18:43:35.943" v="3180"/>
        <pc:sldMkLst>
          <pc:docMk/>
          <pc:sldMk cId="570580629" sldId="283"/>
        </pc:sldMkLst>
        <pc:spChg chg="add mod ord">
          <ac:chgData name="Hans Naert" userId="1cb2f04a-8070-4357-8fdd-1dd80acf0e0e" providerId="ADAL" clId="{1217E28D-239A-4441-968C-58AE3EC2369F}" dt="2025-09-01T18:43:35.943" v="3180"/>
          <ac:spMkLst>
            <pc:docMk/>
            <pc:sldMk cId="570580629" sldId="283"/>
            <ac:spMk id="4" creationId="{447B272B-06BE-E05B-A6B7-3C08B4AC1BD4}"/>
          </ac:spMkLst>
        </pc:spChg>
      </pc:sldChg>
      <pc:sldChg chg="addSp delSp modSp new mod modClrScheme chgLayout">
        <pc:chgData name="Hans Naert" userId="1cb2f04a-8070-4357-8fdd-1dd80acf0e0e" providerId="ADAL" clId="{1217E28D-239A-4441-968C-58AE3EC2369F}" dt="2025-09-01T18:47:53.870" v="3234" actId="20577"/>
        <pc:sldMkLst>
          <pc:docMk/>
          <pc:sldMk cId="1895337182" sldId="284"/>
        </pc:sldMkLst>
        <pc:spChg chg="add mod ord">
          <ac:chgData name="Hans Naert" userId="1cb2f04a-8070-4357-8fdd-1dd80acf0e0e" providerId="ADAL" clId="{1217E28D-239A-4441-968C-58AE3EC2369F}" dt="2025-09-01T18:47:53.870" v="3234" actId="20577"/>
          <ac:spMkLst>
            <pc:docMk/>
            <pc:sldMk cId="1895337182" sldId="284"/>
            <ac:spMk id="4" creationId="{CED25DE7-DA35-9791-CAF7-BD1311E7AC90}"/>
          </ac:spMkLst>
        </pc:spChg>
      </pc:sldChg>
      <pc:sldChg chg="addSp delSp modSp new mod modClrScheme chgLayout">
        <pc:chgData name="Hans Naert" userId="1cb2f04a-8070-4357-8fdd-1dd80acf0e0e" providerId="ADAL" clId="{1217E28D-239A-4441-968C-58AE3EC2369F}" dt="2025-09-01T18:49:25.550" v="3266"/>
        <pc:sldMkLst>
          <pc:docMk/>
          <pc:sldMk cId="1867602365" sldId="285"/>
        </pc:sldMkLst>
        <pc:spChg chg="add mod ord">
          <ac:chgData name="Hans Naert" userId="1cb2f04a-8070-4357-8fdd-1dd80acf0e0e" providerId="ADAL" clId="{1217E28D-239A-4441-968C-58AE3EC2369F}" dt="2025-09-01T18:48:27.351" v="3253" actId="27636"/>
          <ac:spMkLst>
            <pc:docMk/>
            <pc:sldMk cId="1867602365" sldId="285"/>
            <ac:spMk id="5" creationId="{654F74BA-9C4F-9684-0046-415FDA285B44}"/>
          </ac:spMkLst>
        </pc:spChg>
        <pc:spChg chg="add mod ord">
          <ac:chgData name="Hans Naert" userId="1cb2f04a-8070-4357-8fdd-1dd80acf0e0e" providerId="ADAL" clId="{1217E28D-239A-4441-968C-58AE3EC2369F}" dt="2025-09-01T18:49:12.531" v="3264"/>
          <ac:spMkLst>
            <pc:docMk/>
            <pc:sldMk cId="1867602365" sldId="285"/>
            <ac:spMk id="9" creationId="{F5FC9984-9290-3CE7-81C9-27EFB0612FEA}"/>
          </ac:spMkLst>
        </pc:spChg>
        <pc:spChg chg="add mod ord">
          <ac:chgData name="Hans Naert" userId="1cb2f04a-8070-4357-8fdd-1dd80acf0e0e" providerId="ADAL" clId="{1217E28D-239A-4441-968C-58AE3EC2369F}" dt="2025-09-01T18:49:25.550" v="3266"/>
          <ac:spMkLst>
            <pc:docMk/>
            <pc:sldMk cId="1867602365" sldId="285"/>
            <ac:spMk id="10" creationId="{301D6292-8E89-B755-BE34-D1739E19D168}"/>
          </ac:spMkLst>
        </pc:spChg>
      </pc:sldChg>
      <pc:sldChg chg="addSp delSp modSp add mod modNotesTx">
        <pc:chgData name="Hans Naert" userId="1cb2f04a-8070-4357-8fdd-1dd80acf0e0e" providerId="ADAL" clId="{1217E28D-239A-4441-968C-58AE3EC2369F}" dt="2025-09-04T21:42:20.303" v="3581" actId="1076"/>
        <pc:sldMkLst>
          <pc:docMk/>
          <pc:sldMk cId="180105434" sldId="286"/>
        </pc:sldMkLst>
        <pc:spChg chg="mod">
          <ac:chgData name="Hans Naert" userId="1cb2f04a-8070-4357-8fdd-1dd80acf0e0e" providerId="ADAL" clId="{1217E28D-239A-4441-968C-58AE3EC2369F}" dt="2025-09-04T21:14:46.737" v="3565"/>
          <ac:spMkLst>
            <pc:docMk/>
            <pc:sldMk cId="180105434" sldId="286"/>
            <ac:spMk id="3" creationId="{931DD357-7DE4-253A-40CE-D78D6A4D1C2A}"/>
          </ac:spMkLst>
        </pc:spChg>
        <pc:spChg chg="add mod">
          <ac:chgData name="Hans Naert" userId="1cb2f04a-8070-4357-8fdd-1dd80acf0e0e" providerId="ADAL" clId="{1217E28D-239A-4441-968C-58AE3EC2369F}" dt="2025-09-04T21:42:20.303" v="3581" actId="1076"/>
          <ac:spMkLst>
            <pc:docMk/>
            <pc:sldMk cId="180105434" sldId="286"/>
            <ac:spMk id="10" creationId="{C912CDCC-F370-45A6-E6CD-00A95F77EC36}"/>
          </ac:spMkLst>
        </pc:spChg>
        <pc:picChg chg="add del mod">
          <ac:chgData name="Hans Naert" userId="1cb2f04a-8070-4357-8fdd-1dd80acf0e0e" providerId="ADAL" clId="{1217E28D-239A-4441-968C-58AE3EC2369F}" dt="2025-09-04T21:21:41.830" v="3569" actId="478"/>
          <ac:picMkLst>
            <pc:docMk/>
            <pc:sldMk cId="180105434" sldId="286"/>
            <ac:picMk id="5" creationId="{2B9509D9-019C-C101-C981-B4CBE5EB62AF}"/>
          </ac:picMkLst>
        </pc:picChg>
        <pc:picChg chg="add mod">
          <ac:chgData name="Hans Naert" userId="1cb2f04a-8070-4357-8fdd-1dd80acf0e0e" providerId="ADAL" clId="{1217E28D-239A-4441-968C-58AE3EC2369F}" dt="2025-09-04T21:42:15.774" v="3580" actId="1076"/>
          <ac:picMkLst>
            <pc:docMk/>
            <pc:sldMk cId="180105434" sldId="286"/>
            <ac:picMk id="7" creationId="{747CD363-9F02-EDCF-9DE9-9C17372BCF4E}"/>
          </ac:picMkLst>
        </pc:picChg>
        <pc:picChg chg="add mod">
          <ac:chgData name="Hans Naert" userId="1cb2f04a-8070-4357-8fdd-1dd80acf0e0e" providerId="ADAL" clId="{1217E28D-239A-4441-968C-58AE3EC2369F}" dt="2025-09-04T21:22:07.131" v="3572" actId="1076"/>
          <ac:picMkLst>
            <pc:docMk/>
            <pc:sldMk cId="180105434" sldId="286"/>
            <ac:picMk id="9" creationId="{E8F8A30D-7ADC-4FFD-76BB-4B3228EC4C7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3D3111-F8A7-437D-957B-2DE17A36625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835AC431-CC54-4F8B-89C3-CECA14EDF7A0}">
      <dgm:prSet phldrT="[Text]"/>
      <dgm:spPr/>
      <dgm:t>
        <a:bodyPr/>
        <a:lstStyle/>
        <a:p>
          <a:r>
            <a:rPr lang="nl-BE" noProof="0" err="1"/>
            <a:t>Checkout</a:t>
          </a:r>
          <a:endParaRPr lang="nl-BE" noProof="0"/>
        </a:p>
      </dgm:t>
    </dgm:pt>
    <dgm:pt modelId="{2AB3AF8E-14F6-4D55-967C-4DB19243387B}" type="parTrans" cxnId="{53FDB323-192A-44A0-B553-B95BE6C7A133}">
      <dgm:prSet/>
      <dgm:spPr/>
      <dgm:t>
        <a:bodyPr/>
        <a:lstStyle/>
        <a:p>
          <a:endParaRPr lang="en-BE"/>
        </a:p>
      </dgm:t>
    </dgm:pt>
    <dgm:pt modelId="{441EF327-D61C-4473-B79B-0CBE031D585F}" type="sibTrans" cxnId="{53FDB323-192A-44A0-B553-B95BE6C7A133}">
      <dgm:prSet/>
      <dgm:spPr/>
      <dgm:t>
        <a:bodyPr/>
        <a:lstStyle/>
        <a:p>
          <a:endParaRPr lang="en-BE"/>
        </a:p>
      </dgm:t>
    </dgm:pt>
    <dgm:pt modelId="{87320FB3-2BA3-4C72-9CFB-1E708CFCD48D}">
      <dgm:prSet phldrT="[Text]"/>
      <dgm:spPr/>
      <dgm:t>
        <a:bodyPr/>
        <a:lstStyle/>
        <a:p>
          <a:r>
            <a:rPr lang="nl-BE" noProof="0" err="1"/>
            <a:t>Install</a:t>
          </a:r>
          <a:r>
            <a:rPr lang="nl-BE" noProof="0"/>
            <a:t> </a:t>
          </a:r>
          <a:r>
            <a:rPr lang="nl-BE" noProof="0" err="1"/>
            <a:t>dependencies</a:t>
          </a:r>
          <a:endParaRPr lang="nl-BE" noProof="0"/>
        </a:p>
      </dgm:t>
    </dgm:pt>
    <dgm:pt modelId="{BA369865-63DD-407F-96C3-D214117C8FBE}" type="parTrans" cxnId="{D8826BAF-6B2B-44CA-9B0A-FFDDC0153FEE}">
      <dgm:prSet/>
      <dgm:spPr/>
      <dgm:t>
        <a:bodyPr/>
        <a:lstStyle/>
        <a:p>
          <a:endParaRPr lang="en-BE"/>
        </a:p>
      </dgm:t>
    </dgm:pt>
    <dgm:pt modelId="{FF39FB36-EC27-435C-8B84-A7AB9F8C88AA}" type="sibTrans" cxnId="{D8826BAF-6B2B-44CA-9B0A-FFDDC0153FEE}">
      <dgm:prSet/>
      <dgm:spPr/>
      <dgm:t>
        <a:bodyPr/>
        <a:lstStyle/>
        <a:p>
          <a:endParaRPr lang="en-BE"/>
        </a:p>
      </dgm:t>
    </dgm:pt>
    <dgm:pt modelId="{7C439FFF-75AF-4501-B7A2-AA169E37BD72}">
      <dgm:prSet phldrT="[Text]"/>
      <dgm:spPr/>
      <dgm:t>
        <a:bodyPr/>
        <a:lstStyle/>
        <a:p>
          <a:r>
            <a:rPr lang="nl-BE" noProof="0" err="1"/>
            <a:t>Transpile</a:t>
          </a:r>
          <a:endParaRPr lang="nl-BE" noProof="0"/>
        </a:p>
      </dgm:t>
    </dgm:pt>
    <dgm:pt modelId="{DE4B636D-A334-441B-83FB-5EAA56FCD6DE}" type="parTrans" cxnId="{DD1F19F3-E643-4EA5-AB3E-F657CB6BDE9A}">
      <dgm:prSet/>
      <dgm:spPr/>
      <dgm:t>
        <a:bodyPr/>
        <a:lstStyle/>
        <a:p>
          <a:endParaRPr lang="en-BE"/>
        </a:p>
      </dgm:t>
    </dgm:pt>
    <dgm:pt modelId="{EEB9EFCF-3105-45B0-A4D2-A82D2E3848C4}" type="sibTrans" cxnId="{DD1F19F3-E643-4EA5-AB3E-F657CB6BDE9A}">
      <dgm:prSet/>
      <dgm:spPr/>
      <dgm:t>
        <a:bodyPr/>
        <a:lstStyle/>
        <a:p>
          <a:endParaRPr lang="en-BE"/>
        </a:p>
      </dgm:t>
    </dgm:pt>
    <dgm:pt modelId="{317F219C-E280-49E1-A40A-75AA4D62F14C}">
      <dgm:prSet phldrT="[Text]"/>
      <dgm:spPr/>
      <dgm:t>
        <a:bodyPr/>
        <a:lstStyle/>
        <a:p>
          <a:r>
            <a:rPr lang="nl-BE" noProof="0"/>
            <a:t>Test</a:t>
          </a:r>
        </a:p>
      </dgm:t>
    </dgm:pt>
    <dgm:pt modelId="{ED681A61-A9F4-404B-8407-26D76E956F4B}" type="parTrans" cxnId="{263F33F5-7EBF-40CE-94CD-A61D861651F2}">
      <dgm:prSet/>
      <dgm:spPr/>
      <dgm:t>
        <a:bodyPr/>
        <a:lstStyle/>
        <a:p>
          <a:endParaRPr lang="en-BE"/>
        </a:p>
      </dgm:t>
    </dgm:pt>
    <dgm:pt modelId="{D6F9E218-1EAE-4F9C-81D4-B105808C4EBF}" type="sibTrans" cxnId="{263F33F5-7EBF-40CE-94CD-A61D861651F2}">
      <dgm:prSet/>
      <dgm:spPr/>
      <dgm:t>
        <a:bodyPr/>
        <a:lstStyle/>
        <a:p>
          <a:endParaRPr lang="en-BE"/>
        </a:p>
      </dgm:t>
    </dgm:pt>
    <dgm:pt modelId="{6C00A1F6-E452-43B5-8688-6C8AD37758A6}">
      <dgm:prSet phldrT="[Text]"/>
      <dgm:spPr/>
      <dgm:t>
        <a:bodyPr/>
        <a:lstStyle/>
        <a:p>
          <a:r>
            <a:rPr lang="nl-BE" noProof="0"/>
            <a:t>Bundle/</a:t>
          </a:r>
          <a:r>
            <a:rPr lang="nl-BE" noProof="0" err="1"/>
            <a:t>Optimize</a:t>
          </a:r>
          <a:endParaRPr lang="nl-BE" noProof="0"/>
        </a:p>
      </dgm:t>
    </dgm:pt>
    <dgm:pt modelId="{8A378FEA-5FC7-432A-9787-E53BA97C5955}" type="parTrans" cxnId="{046A504C-54EE-4253-951E-A87DFEBA10A9}">
      <dgm:prSet/>
      <dgm:spPr/>
      <dgm:t>
        <a:bodyPr/>
        <a:lstStyle/>
        <a:p>
          <a:endParaRPr lang="en-BE"/>
        </a:p>
      </dgm:t>
    </dgm:pt>
    <dgm:pt modelId="{E5230FAC-EF79-4658-A71C-986677493624}" type="sibTrans" cxnId="{046A504C-54EE-4253-951E-A87DFEBA10A9}">
      <dgm:prSet/>
      <dgm:spPr/>
      <dgm:t>
        <a:bodyPr/>
        <a:lstStyle/>
        <a:p>
          <a:endParaRPr lang="en-BE"/>
        </a:p>
      </dgm:t>
    </dgm:pt>
    <dgm:pt modelId="{7DCB7B2A-A82D-45E2-9199-5EB702837116}">
      <dgm:prSet phldrT="[Text]"/>
      <dgm:spPr/>
      <dgm:t>
        <a:bodyPr/>
        <a:lstStyle/>
        <a:p>
          <a:r>
            <a:rPr lang="nl-BE" noProof="0" err="1"/>
            <a:t>Deploy</a:t>
          </a:r>
          <a:endParaRPr lang="nl-BE" noProof="0"/>
        </a:p>
      </dgm:t>
    </dgm:pt>
    <dgm:pt modelId="{54803D91-1E9F-44EC-B5B4-DAF01992D5BD}" type="parTrans" cxnId="{D2A2094E-FA5C-43CE-8A09-83AFE3977CDD}">
      <dgm:prSet/>
      <dgm:spPr/>
      <dgm:t>
        <a:bodyPr/>
        <a:lstStyle/>
        <a:p>
          <a:endParaRPr lang="en-BE"/>
        </a:p>
      </dgm:t>
    </dgm:pt>
    <dgm:pt modelId="{313C0DFB-38C8-4C02-9188-041536F9BB10}" type="sibTrans" cxnId="{D2A2094E-FA5C-43CE-8A09-83AFE3977CDD}">
      <dgm:prSet/>
      <dgm:spPr/>
      <dgm:t>
        <a:bodyPr/>
        <a:lstStyle/>
        <a:p>
          <a:endParaRPr lang="en-BE"/>
        </a:p>
      </dgm:t>
    </dgm:pt>
    <dgm:pt modelId="{4FD76B3E-EF66-419D-9424-2A6CCA8773A4}">
      <dgm:prSet phldrT="[Text]"/>
      <dgm:spPr/>
      <dgm:t>
        <a:bodyPr/>
        <a:lstStyle/>
        <a:p>
          <a:r>
            <a:rPr lang="nl-BE" noProof="0"/>
            <a:t>Monitor</a:t>
          </a:r>
        </a:p>
      </dgm:t>
    </dgm:pt>
    <dgm:pt modelId="{23612BAF-D5FC-48C5-BFDD-8B95A9267541}" type="parTrans" cxnId="{5EABDA31-04CB-4F4D-A5D0-5F29EF4AD008}">
      <dgm:prSet/>
      <dgm:spPr/>
      <dgm:t>
        <a:bodyPr/>
        <a:lstStyle/>
        <a:p>
          <a:endParaRPr lang="en-BE"/>
        </a:p>
      </dgm:t>
    </dgm:pt>
    <dgm:pt modelId="{1EB22B73-7C4D-4AD0-8B4F-1E1D45CE6491}" type="sibTrans" cxnId="{5EABDA31-04CB-4F4D-A5D0-5F29EF4AD008}">
      <dgm:prSet/>
      <dgm:spPr/>
      <dgm:t>
        <a:bodyPr/>
        <a:lstStyle/>
        <a:p>
          <a:endParaRPr lang="en-BE"/>
        </a:p>
      </dgm:t>
    </dgm:pt>
    <dgm:pt modelId="{2D0E89F6-47E8-4F4E-8A20-0E4B29D69236}" type="pres">
      <dgm:prSet presAssocID="{783D3111-F8A7-437D-957B-2DE17A36625C}" presName="CompostProcess" presStyleCnt="0">
        <dgm:presLayoutVars>
          <dgm:dir/>
          <dgm:resizeHandles val="exact"/>
        </dgm:presLayoutVars>
      </dgm:prSet>
      <dgm:spPr/>
    </dgm:pt>
    <dgm:pt modelId="{D392ABD0-295C-41C8-BC4E-D527E4A46AC5}" type="pres">
      <dgm:prSet presAssocID="{783D3111-F8A7-437D-957B-2DE17A36625C}" presName="arrow" presStyleLbl="bgShp" presStyleIdx="0" presStyleCnt="1" custScaleX="98697"/>
      <dgm:spPr/>
    </dgm:pt>
    <dgm:pt modelId="{C8B97B47-F9F3-4D16-A220-AF8B86D95BDB}" type="pres">
      <dgm:prSet presAssocID="{783D3111-F8A7-437D-957B-2DE17A36625C}" presName="linearProcess" presStyleCnt="0"/>
      <dgm:spPr/>
    </dgm:pt>
    <dgm:pt modelId="{3720F240-DAD4-45F6-8DCC-458B83910302}" type="pres">
      <dgm:prSet presAssocID="{835AC431-CC54-4F8B-89C3-CECA14EDF7A0}" presName="textNode" presStyleLbl="node1" presStyleIdx="0" presStyleCnt="7">
        <dgm:presLayoutVars>
          <dgm:bulletEnabled val="1"/>
        </dgm:presLayoutVars>
      </dgm:prSet>
      <dgm:spPr/>
    </dgm:pt>
    <dgm:pt modelId="{1FA3C41A-3DE4-48F9-8772-10B25D59B5A5}" type="pres">
      <dgm:prSet presAssocID="{441EF327-D61C-4473-B79B-0CBE031D585F}" presName="sibTrans" presStyleCnt="0"/>
      <dgm:spPr/>
    </dgm:pt>
    <dgm:pt modelId="{9C652258-E90A-421D-9A40-F1E62E37BD32}" type="pres">
      <dgm:prSet presAssocID="{87320FB3-2BA3-4C72-9CFB-1E708CFCD48D}" presName="textNode" presStyleLbl="node1" presStyleIdx="1" presStyleCnt="7">
        <dgm:presLayoutVars>
          <dgm:bulletEnabled val="1"/>
        </dgm:presLayoutVars>
      </dgm:prSet>
      <dgm:spPr/>
    </dgm:pt>
    <dgm:pt modelId="{1C3ACB2A-2E45-434B-A14B-4CF2E98740E6}" type="pres">
      <dgm:prSet presAssocID="{FF39FB36-EC27-435C-8B84-A7AB9F8C88AA}" presName="sibTrans" presStyleCnt="0"/>
      <dgm:spPr/>
    </dgm:pt>
    <dgm:pt modelId="{4F3A8F76-4C31-430B-BC15-B9E66206CB76}" type="pres">
      <dgm:prSet presAssocID="{7C439FFF-75AF-4501-B7A2-AA169E37BD72}" presName="textNode" presStyleLbl="node1" presStyleIdx="2" presStyleCnt="7">
        <dgm:presLayoutVars>
          <dgm:bulletEnabled val="1"/>
        </dgm:presLayoutVars>
      </dgm:prSet>
      <dgm:spPr/>
    </dgm:pt>
    <dgm:pt modelId="{F5BBB8F7-F44C-4D2F-855C-26B74BE9977F}" type="pres">
      <dgm:prSet presAssocID="{EEB9EFCF-3105-45B0-A4D2-A82D2E3848C4}" presName="sibTrans" presStyleCnt="0"/>
      <dgm:spPr/>
    </dgm:pt>
    <dgm:pt modelId="{ADA1B513-26C5-4B88-B112-0CD397E0D674}" type="pres">
      <dgm:prSet presAssocID="{317F219C-E280-49E1-A40A-75AA4D62F14C}" presName="textNode" presStyleLbl="node1" presStyleIdx="3" presStyleCnt="7">
        <dgm:presLayoutVars>
          <dgm:bulletEnabled val="1"/>
        </dgm:presLayoutVars>
      </dgm:prSet>
      <dgm:spPr/>
    </dgm:pt>
    <dgm:pt modelId="{B7CD59DC-DE22-41A8-BDCB-3B478A5145CE}" type="pres">
      <dgm:prSet presAssocID="{D6F9E218-1EAE-4F9C-81D4-B105808C4EBF}" presName="sibTrans" presStyleCnt="0"/>
      <dgm:spPr/>
    </dgm:pt>
    <dgm:pt modelId="{C48C9D02-D3F2-4212-B246-D60F803B60BF}" type="pres">
      <dgm:prSet presAssocID="{6C00A1F6-E452-43B5-8688-6C8AD37758A6}" presName="textNode" presStyleLbl="node1" presStyleIdx="4" presStyleCnt="7">
        <dgm:presLayoutVars>
          <dgm:bulletEnabled val="1"/>
        </dgm:presLayoutVars>
      </dgm:prSet>
      <dgm:spPr/>
    </dgm:pt>
    <dgm:pt modelId="{4538ABF2-6122-4C2C-B91F-601B81A0158E}" type="pres">
      <dgm:prSet presAssocID="{E5230FAC-EF79-4658-A71C-986677493624}" presName="sibTrans" presStyleCnt="0"/>
      <dgm:spPr/>
    </dgm:pt>
    <dgm:pt modelId="{F07FE5E0-5288-4860-96D5-EB5330D52D0D}" type="pres">
      <dgm:prSet presAssocID="{7DCB7B2A-A82D-45E2-9199-5EB702837116}" presName="textNode" presStyleLbl="node1" presStyleIdx="5" presStyleCnt="7">
        <dgm:presLayoutVars>
          <dgm:bulletEnabled val="1"/>
        </dgm:presLayoutVars>
      </dgm:prSet>
      <dgm:spPr/>
    </dgm:pt>
    <dgm:pt modelId="{F03D0FC2-0CB3-4875-B979-450DBA516E4E}" type="pres">
      <dgm:prSet presAssocID="{313C0DFB-38C8-4C02-9188-041536F9BB10}" presName="sibTrans" presStyleCnt="0"/>
      <dgm:spPr/>
    </dgm:pt>
    <dgm:pt modelId="{5D2F1AB5-BD25-47C8-AF61-01AF9E6669AB}" type="pres">
      <dgm:prSet presAssocID="{4FD76B3E-EF66-419D-9424-2A6CCA8773A4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76A90C13-DCE0-4902-902B-54337C8EC384}" type="presOf" srcId="{317F219C-E280-49E1-A40A-75AA4D62F14C}" destId="{ADA1B513-26C5-4B88-B112-0CD397E0D674}" srcOrd="0" destOrd="0" presId="urn:microsoft.com/office/officeart/2005/8/layout/hProcess9"/>
    <dgm:cxn modelId="{99BA4F14-55FC-4346-8667-8CF0BC253E88}" type="presOf" srcId="{87320FB3-2BA3-4C72-9CFB-1E708CFCD48D}" destId="{9C652258-E90A-421D-9A40-F1E62E37BD32}" srcOrd="0" destOrd="0" presId="urn:microsoft.com/office/officeart/2005/8/layout/hProcess9"/>
    <dgm:cxn modelId="{3D69E71E-A96F-4876-8D4C-5F73FFECA86C}" type="presOf" srcId="{7C439FFF-75AF-4501-B7A2-AA169E37BD72}" destId="{4F3A8F76-4C31-430B-BC15-B9E66206CB76}" srcOrd="0" destOrd="0" presId="urn:microsoft.com/office/officeart/2005/8/layout/hProcess9"/>
    <dgm:cxn modelId="{4575751F-9963-4E7B-9DA8-92DE8241312C}" type="presOf" srcId="{835AC431-CC54-4F8B-89C3-CECA14EDF7A0}" destId="{3720F240-DAD4-45F6-8DCC-458B83910302}" srcOrd="0" destOrd="0" presId="urn:microsoft.com/office/officeart/2005/8/layout/hProcess9"/>
    <dgm:cxn modelId="{53FDB323-192A-44A0-B553-B95BE6C7A133}" srcId="{783D3111-F8A7-437D-957B-2DE17A36625C}" destId="{835AC431-CC54-4F8B-89C3-CECA14EDF7A0}" srcOrd="0" destOrd="0" parTransId="{2AB3AF8E-14F6-4D55-967C-4DB19243387B}" sibTransId="{441EF327-D61C-4473-B79B-0CBE031D585F}"/>
    <dgm:cxn modelId="{481FFB27-E0CF-4685-A96A-538A58876601}" type="presOf" srcId="{783D3111-F8A7-437D-957B-2DE17A36625C}" destId="{2D0E89F6-47E8-4F4E-8A20-0E4B29D69236}" srcOrd="0" destOrd="0" presId="urn:microsoft.com/office/officeart/2005/8/layout/hProcess9"/>
    <dgm:cxn modelId="{5EABDA31-04CB-4F4D-A5D0-5F29EF4AD008}" srcId="{783D3111-F8A7-437D-957B-2DE17A36625C}" destId="{4FD76B3E-EF66-419D-9424-2A6CCA8773A4}" srcOrd="6" destOrd="0" parTransId="{23612BAF-D5FC-48C5-BFDD-8B95A9267541}" sibTransId="{1EB22B73-7C4D-4AD0-8B4F-1E1D45CE6491}"/>
    <dgm:cxn modelId="{00F76A45-3AF0-4888-AA77-E5A1CD3C59C8}" type="presOf" srcId="{6C00A1F6-E452-43B5-8688-6C8AD37758A6}" destId="{C48C9D02-D3F2-4212-B246-D60F803B60BF}" srcOrd="0" destOrd="0" presId="urn:microsoft.com/office/officeart/2005/8/layout/hProcess9"/>
    <dgm:cxn modelId="{046A504C-54EE-4253-951E-A87DFEBA10A9}" srcId="{783D3111-F8A7-437D-957B-2DE17A36625C}" destId="{6C00A1F6-E452-43B5-8688-6C8AD37758A6}" srcOrd="4" destOrd="0" parTransId="{8A378FEA-5FC7-432A-9787-E53BA97C5955}" sibTransId="{E5230FAC-EF79-4658-A71C-986677493624}"/>
    <dgm:cxn modelId="{D2A2094E-FA5C-43CE-8A09-83AFE3977CDD}" srcId="{783D3111-F8A7-437D-957B-2DE17A36625C}" destId="{7DCB7B2A-A82D-45E2-9199-5EB702837116}" srcOrd="5" destOrd="0" parTransId="{54803D91-1E9F-44EC-B5B4-DAF01992D5BD}" sibTransId="{313C0DFB-38C8-4C02-9188-041536F9BB10}"/>
    <dgm:cxn modelId="{7A8FF389-253E-422E-AF07-3B107E41C851}" type="presOf" srcId="{7DCB7B2A-A82D-45E2-9199-5EB702837116}" destId="{F07FE5E0-5288-4860-96D5-EB5330D52D0D}" srcOrd="0" destOrd="0" presId="urn:microsoft.com/office/officeart/2005/8/layout/hProcess9"/>
    <dgm:cxn modelId="{D8826BAF-6B2B-44CA-9B0A-FFDDC0153FEE}" srcId="{783D3111-F8A7-437D-957B-2DE17A36625C}" destId="{87320FB3-2BA3-4C72-9CFB-1E708CFCD48D}" srcOrd="1" destOrd="0" parTransId="{BA369865-63DD-407F-96C3-D214117C8FBE}" sibTransId="{FF39FB36-EC27-435C-8B84-A7AB9F8C88AA}"/>
    <dgm:cxn modelId="{8FBAA4F1-735C-41BB-9E7E-8A4691B109DF}" type="presOf" srcId="{4FD76B3E-EF66-419D-9424-2A6CCA8773A4}" destId="{5D2F1AB5-BD25-47C8-AF61-01AF9E6669AB}" srcOrd="0" destOrd="0" presId="urn:microsoft.com/office/officeart/2005/8/layout/hProcess9"/>
    <dgm:cxn modelId="{DD1F19F3-E643-4EA5-AB3E-F657CB6BDE9A}" srcId="{783D3111-F8A7-437D-957B-2DE17A36625C}" destId="{7C439FFF-75AF-4501-B7A2-AA169E37BD72}" srcOrd="2" destOrd="0" parTransId="{DE4B636D-A334-441B-83FB-5EAA56FCD6DE}" sibTransId="{EEB9EFCF-3105-45B0-A4D2-A82D2E3848C4}"/>
    <dgm:cxn modelId="{263F33F5-7EBF-40CE-94CD-A61D861651F2}" srcId="{783D3111-F8A7-437D-957B-2DE17A36625C}" destId="{317F219C-E280-49E1-A40A-75AA4D62F14C}" srcOrd="3" destOrd="0" parTransId="{ED681A61-A9F4-404B-8407-26D76E956F4B}" sibTransId="{D6F9E218-1EAE-4F9C-81D4-B105808C4EBF}"/>
    <dgm:cxn modelId="{15282B95-CFC2-4BE0-9A70-6151FE1C01CC}" type="presParOf" srcId="{2D0E89F6-47E8-4F4E-8A20-0E4B29D69236}" destId="{D392ABD0-295C-41C8-BC4E-D527E4A46AC5}" srcOrd="0" destOrd="0" presId="urn:microsoft.com/office/officeart/2005/8/layout/hProcess9"/>
    <dgm:cxn modelId="{4148B300-2191-4AD7-8C97-EF60B3F53802}" type="presParOf" srcId="{2D0E89F6-47E8-4F4E-8A20-0E4B29D69236}" destId="{C8B97B47-F9F3-4D16-A220-AF8B86D95BDB}" srcOrd="1" destOrd="0" presId="urn:microsoft.com/office/officeart/2005/8/layout/hProcess9"/>
    <dgm:cxn modelId="{3E37B27E-72DC-40F7-8BB5-EE93F377A428}" type="presParOf" srcId="{C8B97B47-F9F3-4D16-A220-AF8B86D95BDB}" destId="{3720F240-DAD4-45F6-8DCC-458B83910302}" srcOrd="0" destOrd="0" presId="urn:microsoft.com/office/officeart/2005/8/layout/hProcess9"/>
    <dgm:cxn modelId="{834F5B4F-63FB-4532-8833-47E3CAEA2ED8}" type="presParOf" srcId="{C8B97B47-F9F3-4D16-A220-AF8B86D95BDB}" destId="{1FA3C41A-3DE4-48F9-8772-10B25D59B5A5}" srcOrd="1" destOrd="0" presId="urn:microsoft.com/office/officeart/2005/8/layout/hProcess9"/>
    <dgm:cxn modelId="{6DDA6526-28F9-4CE9-AC5B-0F53497D3CF1}" type="presParOf" srcId="{C8B97B47-F9F3-4D16-A220-AF8B86D95BDB}" destId="{9C652258-E90A-421D-9A40-F1E62E37BD32}" srcOrd="2" destOrd="0" presId="urn:microsoft.com/office/officeart/2005/8/layout/hProcess9"/>
    <dgm:cxn modelId="{BB546630-22F5-41EE-9223-32364B0B770E}" type="presParOf" srcId="{C8B97B47-F9F3-4D16-A220-AF8B86D95BDB}" destId="{1C3ACB2A-2E45-434B-A14B-4CF2E98740E6}" srcOrd="3" destOrd="0" presId="urn:microsoft.com/office/officeart/2005/8/layout/hProcess9"/>
    <dgm:cxn modelId="{CD3BF61C-0114-4697-89AB-988D11FD0A0E}" type="presParOf" srcId="{C8B97B47-F9F3-4D16-A220-AF8B86D95BDB}" destId="{4F3A8F76-4C31-430B-BC15-B9E66206CB76}" srcOrd="4" destOrd="0" presId="urn:microsoft.com/office/officeart/2005/8/layout/hProcess9"/>
    <dgm:cxn modelId="{BA336F9F-AB4C-4B8D-B09F-73A78ED19F13}" type="presParOf" srcId="{C8B97B47-F9F3-4D16-A220-AF8B86D95BDB}" destId="{F5BBB8F7-F44C-4D2F-855C-26B74BE9977F}" srcOrd="5" destOrd="0" presId="urn:microsoft.com/office/officeart/2005/8/layout/hProcess9"/>
    <dgm:cxn modelId="{9E2DE178-56E4-40C4-B7CB-EAC30B1B0FC7}" type="presParOf" srcId="{C8B97B47-F9F3-4D16-A220-AF8B86D95BDB}" destId="{ADA1B513-26C5-4B88-B112-0CD397E0D674}" srcOrd="6" destOrd="0" presId="urn:microsoft.com/office/officeart/2005/8/layout/hProcess9"/>
    <dgm:cxn modelId="{6C68E609-EC03-4C45-8AFC-A2A012CBA3DC}" type="presParOf" srcId="{C8B97B47-F9F3-4D16-A220-AF8B86D95BDB}" destId="{B7CD59DC-DE22-41A8-BDCB-3B478A5145CE}" srcOrd="7" destOrd="0" presId="urn:microsoft.com/office/officeart/2005/8/layout/hProcess9"/>
    <dgm:cxn modelId="{DCDE2D65-BE49-456D-8401-0A1B557B58C6}" type="presParOf" srcId="{C8B97B47-F9F3-4D16-A220-AF8B86D95BDB}" destId="{C48C9D02-D3F2-4212-B246-D60F803B60BF}" srcOrd="8" destOrd="0" presId="urn:microsoft.com/office/officeart/2005/8/layout/hProcess9"/>
    <dgm:cxn modelId="{C7DBB9E0-778D-4643-B939-A75DEA2319DE}" type="presParOf" srcId="{C8B97B47-F9F3-4D16-A220-AF8B86D95BDB}" destId="{4538ABF2-6122-4C2C-B91F-601B81A0158E}" srcOrd="9" destOrd="0" presId="urn:microsoft.com/office/officeart/2005/8/layout/hProcess9"/>
    <dgm:cxn modelId="{BFE7B330-4450-4442-9113-B807B71A9592}" type="presParOf" srcId="{C8B97B47-F9F3-4D16-A220-AF8B86D95BDB}" destId="{F07FE5E0-5288-4860-96D5-EB5330D52D0D}" srcOrd="10" destOrd="0" presId="urn:microsoft.com/office/officeart/2005/8/layout/hProcess9"/>
    <dgm:cxn modelId="{5D4FD586-F331-4BF1-8069-A377EFBF6F60}" type="presParOf" srcId="{C8B97B47-F9F3-4D16-A220-AF8B86D95BDB}" destId="{F03D0FC2-0CB3-4875-B979-450DBA516E4E}" srcOrd="11" destOrd="0" presId="urn:microsoft.com/office/officeart/2005/8/layout/hProcess9"/>
    <dgm:cxn modelId="{86D7310D-1EBA-417D-ACFA-F4B76AF827F2}" type="presParOf" srcId="{C8B97B47-F9F3-4D16-A220-AF8B86D95BDB}" destId="{5D2F1AB5-BD25-47C8-AF61-01AF9E6669AB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2ABD0-295C-41C8-BC4E-D527E4A46AC5}">
      <dsp:nvSpPr>
        <dsp:cNvPr id="0" name=""/>
        <dsp:cNvSpPr/>
      </dsp:nvSpPr>
      <dsp:spPr>
        <a:xfrm>
          <a:off x="858305" y="0"/>
          <a:ext cx="8940572" cy="230425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0F240-DAD4-45F6-8DCC-458B83910302}">
      <dsp:nvSpPr>
        <dsp:cNvPr id="0" name=""/>
        <dsp:cNvSpPr/>
      </dsp:nvSpPr>
      <dsp:spPr>
        <a:xfrm>
          <a:off x="1815" y="691276"/>
          <a:ext cx="1382551" cy="9217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300" kern="1200" noProof="0" err="1"/>
            <a:t>Checkout</a:t>
          </a:r>
          <a:endParaRPr lang="nl-BE" sz="1300" kern="1200" noProof="0"/>
        </a:p>
      </dsp:txBody>
      <dsp:txXfrm>
        <a:off x="46809" y="736270"/>
        <a:ext cx="1292563" cy="831714"/>
      </dsp:txXfrm>
    </dsp:sp>
    <dsp:sp modelId="{9C652258-E90A-421D-9A40-F1E62E37BD32}">
      <dsp:nvSpPr>
        <dsp:cNvPr id="0" name=""/>
        <dsp:cNvSpPr/>
      </dsp:nvSpPr>
      <dsp:spPr>
        <a:xfrm>
          <a:off x="1546982" y="691276"/>
          <a:ext cx="1382551" cy="9217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300" kern="1200" noProof="0" err="1"/>
            <a:t>Install</a:t>
          </a:r>
          <a:r>
            <a:rPr lang="nl-BE" sz="1300" kern="1200" noProof="0"/>
            <a:t> </a:t>
          </a:r>
          <a:r>
            <a:rPr lang="nl-BE" sz="1300" kern="1200" noProof="0" err="1"/>
            <a:t>dependencies</a:t>
          </a:r>
          <a:endParaRPr lang="nl-BE" sz="1300" kern="1200" noProof="0"/>
        </a:p>
      </dsp:txBody>
      <dsp:txXfrm>
        <a:off x="1591976" y="736270"/>
        <a:ext cx="1292563" cy="831714"/>
      </dsp:txXfrm>
    </dsp:sp>
    <dsp:sp modelId="{4F3A8F76-4C31-430B-BC15-B9E66206CB76}">
      <dsp:nvSpPr>
        <dsp:cNvPr id="0" name=""/>
        <dsp:cNvSpPr/>
      </dsp:nvSpPr>
      <dsp:spPr>
        <a:xfrm>
          <a:off x="3092149" y="691276"/>
          <a:ext cx="1382551" cy="9217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300" kern="1200" noProof="0" err="1"/>
            <a:t>Transpile</a:t>
          </a:r>
          <a:endParaRPr lang="nl-BE" sz="1300" kern="1200" noProof="0"/>
        </a:p>
      </dsp:txBody>
      <dsp:txXfrm>
        <a:off x="3137143" y="736270"/>
        <a:ext cx="1292563" cy="831714"/>
      </dsp:txXfrm>
    </dsp:sp>
    <dsp:sp modelId="{ADA1B513-26C5-4B88-B112-0CD397E0D674}">
      <dsp:nvSpPr>
        <dsp:cNvPr id="0" name=""/>
        <dsp:cNvSpPr/>
      </dsp:nvSpPr>
      <dsp:spPr>
        <a:xfrm>
          <a:off x="4637316" y="691276"/>
          <a:ext cx="1382551" cy="9217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300" kern="1200" noProof="0"/>
            <a:t>Test</a:t>
          </a:r>
        </a:p>
      </dsp:txBody>
      <dsp:txXfrm>
        <a:off x="4682310" y="736270"/>
        <a:ext cx="1292563" cy="831714"/>
      </dsp:txXfrm>
    </dsp:sp>
    <dsp:sp modelId="{C48C9D02-D3F2-4212-B246-D60F803B60BF}">
      <dsp:nvSpPr>
        <dsp:cNvPr id="0" name=""/>
        <dsp:cNvSpPr/>
      </dsp:nvSpPr>
      <dsp:spPr>
        <a:xfrm>
          <a:off x="6182483" y="691276"/>
          <a:ext cx="1382551" cy="9217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300" kern="1200" noProof="0"/>
            <a:t>Bundle/</a:t>
          </a:r>
          <a:r>
            <a:rPr lang="nl-BE" sz="1300" kern="1200" noProof="0" err="1"/>
            <a:t>Optimize</a:t>
          </a:r>
          <a:endParaRPr lang="nl-BE" sz="1300" kern="1200" noProof="0"/>
        </a:p>
      </dsp:txBody>
      <dsp:txXfrm>
        <a:off x="6227477" y="736270"/>
        <a:ext cx="1292563" cy="831714"/>
      </dsp:txXfrm>
    </dsp:sp>
    <dsp:sp modelId="{F07FE5E0-5288-4860-96D5-EB5330D52D0D}">
      <dsp:nvSpPr>
        <dsp:cNvPr id="0" name=""/>
        <dsp:cNvSpPr/>
      </dsp:nvSpPr>
      <dsp:spPr>
        <a:xfrm>
          <a:off x="7727650" y="691276"/>
          <a:ext cx="1382551" cy="9217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300" kern="1200" noProof="0" err="1"/>
            <a:t>Deploy</a:t>
          </a:r>
          <a:endParaRPr lang="nl-BE" sz="1300" kern="1200" noProof="0"/>
        </a:p>
      </dsp:txBody>
      <dsp:txXfrm>
        <a:off x="7772644" y="736270"/>
        <a:ext cx="1292563" cy="831714"/>
      </dsp:txXfrm>
    </dsp:sp>
    <dsp:sp modelId="{5D2F1AB5-BD25-47C8-AF61-01AF9E6669AB}">
      <dsp:nvSpPr>
        <dsp:cNvPr id="0" name=""/>
        <dsp:cNvSpPr/>
      </dsp:nvSpPr>
      <dsp:spPr>
        <a:xfrm>
          <a:off x="9272817" y="691276"/>
          <a:ext cx="1382551" cy="9217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300" kern="1200" noProof="0"/>
            <a:t>Monitor</a:t>
          </a:r>
        </a:p>
      </dsp:txBody>
      <dsp:txXfrm>
        <a:off x="9317811" y="736270"/>
        <a:ext cx="1292563" cy="831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D213C24-82A6-069A-8BF1-8DDD4C5812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DEFDA7F-E3E2-7BFC-64A5-1D49E78ED9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A13B4-24E9-B943-BEC2-B2B946530F5E}" type="datetimeFigureOut">
              <a:rPr lang="nl-BE" smtClean="0"/>
              <a:t>4/09/2025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E0429AA-F2F8-099E-B59D-A3030F2DAB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7B2A04C-8721-D3C1-F698-C6F331BE33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7D79E-FCB0-BA4A-9E65-7E04B3EC695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80699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A849E-F66E-43BE-996B-D5F2FBF0B7A4}" type="datetimeFigureOut">
              <a:rPr lang="nl-BE" smtClean="0"/>
              <a:t>4/09/2025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28090-71CD-49BF-ADBB-3BC5C1C7D74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3219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chrome.com/docs/workbox/what-is-workbox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Sommige inhoud in deze presentatie is gegenereerd of ondersteund met behulp van </a:t>
            </a:r>
            <a:r>
              <a:rPr lang="nl-NL" err="1"/>
              <a:t>ChatGPT</a:t>
            </a:r>
            <a:r>
              <a:rPr lang="nl-NL"/>
              <a:t> en/of </a:t>
            </a:r>
            <a:r>
              <a:rPr lang="nl-NL" err="1"/>
              <a:t>Copilot</a:t>
            </a:r>
            <a:r>
              <a:rPr lang="nl-NL"/>
              <a:t>.</a:t>
            </a:r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5628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150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Een build pipeline is </a:t>
            </a:r>
            <a:r>
              <a:rPr lang="en-BE" err="1"/>
              <a:t>een</a:t>
            </a:r>
            <a:r>
              <a:rPr lang="en-BE"/>
              <a:t> </a:t>
            </a:r>
            <a:r>
              <a:rPr lang="en-BE" err="1"/>
              <a:t>geautomatiseerd</a:t>
            </a:r>
            <a:r>
              <a:rPr lang="en-BE"/>
              <a:t> </a:t>
            </a:r>
            <a:r>
              <a:rPr lang="en-BE" err="1"/>
              <a:t>proces</a:t>
            </a:r>
            <a:r>
              <a:rPr lang="en-BE"/>
              <a:t> </a:t>
            </a:r>
            <a:r>
              <a:rPr lang="en-BE" err="1"/>
              <a:t>dat</a:t>
            </a:r>
            <a:r>
              <a:rPr lang="en-BE"/>
              <a:t> </a:t>
            </a:r>
            <a:r>
              <a:rPr lang="en-BE" err="1"/>
              <a:t>broncode</a:t>
            </a:r>
            <a:r>
              <a:rPr lang="en-BE"/>
              <a:t> </a:t>
            </a:r>
            <a:r>
              <a:rPr lang="en-BE" err="1"/>
              <a:t>omzet</a:t>
            </a:r>
            <a:r>
              <a:rPr lang="en-BE"/>
              <a:t> in </a:t>
            </a:r>
            <a:r>
              <a:rPr lang="en-BE" err="1"/>
              <a:t>deploybare</a:t>
            </a:r>
            <a:r>
              <a:rPr lang="en-BE"/>
              <a:t> software. We </a:t>
            </a:r>
            <a:r>
              <a:rPr lang="en-BE" err="1"/>
              <a:t>bekijken</a:t>
            </a:r>
            <a:r>
              <a:rPr lang="en-BE"/>
              <a:t> </a:t>
            </a:r>
            <a:r>
              <a:rPr lang="en-BE" err="1"/>
              <a:t>waarom</a:t>
            </a:r>
            <a:r>
              <a:rPr lang="en-BE"/>
              <a:t> </a:t>
            </a:r>
            <a:r>
              <a:rPr lang="en-BE" err="1"/>
              <a:t>deze</a:t>
            </a:r>
            <a:r>
              <a:rPr lang="en-BE"/>
              <a:t> pipelines </a:t>
            </a:r>
            <a:r>
              <a:rPr lang="en-BE" err="1"/>
              <a:t>onmisbaar</a:t>
            </a:r>
            <a:r>
              <a:rPr lang="en-BE"/>
              <a:t> </a:t>
            </a:r>
            <a:r>
              <a:rPr lang="en-BE" err="1"/>
              <a:t>zijn</a:t>
            </a:r>
            <a:r>
              <a:rPr lang="en-BE"/>
              <a:t> in </a:t>
            </a:r>
            <a:r>
              <a:rPr lang="en-BE" err="1"/>
              <a:t>moderne</a:t>
            </a:r>
            <a:r>
              <a:rPr lang="en-BE"/>
              <a:t> </a:t>
            </a:r>
            <a:r>
              <a:rPr lang="en-BE" err="1"/>
              <a:t>softwareontwikkeling</a:t>
            </a:r>
            <a:r>
              <a:rPr lang="en-BE"/>
              <a:t> om </a:t>
            </a:r>
            <a:r>
              <a:rPr lang="en-BE" err="1"/>
              <a:t>consistentie</a:t>
            </a:r>
            <a:r>
              <a:rPr lang="en-BE"/>
              <a:t>, </a:t>
            </a:r>
            <a:r>
              <a:rPr lang="en-BE" err="1"/>
              <a:t>kwaliteit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snelheid</a:t>
            </a:r>
            <a:r>
              <a:rPr lang="en-BE"/>
              <a:t> </a:t>
            </a:r>
            <a:r>
              <a:rPr lang="en-BE" err="1"/>
              <a:t>te</a:t>
            </a:r>
            <a:r>
              <a:rPr lang="en-BE"/>
              <a:t> </a:t>
            </a:r>
            <a:r>
              <a:rPr lang="en-BE" err="1"/>
              <a:t>garanderen</a:t>
            </a:r>
            <a:r>
              <a:rPr lang="en-BE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7973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1" err="1"/>
              <a:t>Stappen</a:t>
            </a:r>
            <a:r>
              <a:rPr lang="fr-BE" b="1"/>
              <a:t> in </a:t>
            </a:r>
            <a:r>
              <a:rPr lang="fr-BE" b="1" err="1"/>
              <a:t>een</a:t>
            </a:r>
            <a:r>
              <a:rPr lang="fr-BE" b="1"/>
              <a:t> </a:t>
            </a:r>
            <a:r>
              <a:rPr lang="fr-BE" b="1" err="1"/>
              <a:t>Build</a:t>
            </a:r>
            <a:r>
              <a:rPr lang="fr-BE" b="1"/>
              <a:t> Pipeline </a:t>
            </a:r>
            <a:r>
              <a:rPr lang="fr-BE" b="1" err="1"/>
              <a:t>voor</a:t>
            </a:r>
            <a:r>
              <a:rPr lang="fr-BE" b="1"/>
              <a:t> </a:t>
            </a:r>
            <a:r>
              <a:rPr lang="fr-BE" b="1" err="1"/>
              <a:t>Webapps</a:t>
            </a:r>
            <a:endParaRPr lang="fr-BE" b="1"/>
          </a:p>
          <a:p>
            <a:r>
              <a:rPr lang="en-BE" b="1"/>
              <a:t>1. </a:t>
            </a:r>
            <a:r>
              <a:rPr lang="fr-BE" b="1"/>
              <a:t>Code </a:t>
            </a:r>
            <a:r>
              <a:rPr lang="fr-BE" b="1" err="1"/>
              <a:t>ophalen</a:t>
            </a:r>
            <a:r>
              <a:rPr lang="fr-BE" b="1"/>
              <a:t> (Source stage)</a:t>
            </a:r>
            <a:endParaRPr lang="fr-BE"/>
          </a:p>
          <a:p>
            <a:pPr lvl="1"/>
            <a:r>
              <a:rPr lang="fr-BE" err="1"/>
              <a:t>Checkout</a:t>
            </a:r>
            <a:r>
              <a:rPr lang="fr-BE"/>
              <a:t> van de repository (GitHub, Azure DevOps, …).</a:t>
            </a:r>
          </a:p>
          <a:p>
            <a:pPr lvl="1"/>
            <a:r>
              <a:rPr lang="fr-BE" err="1"/>
              <a:t>Dependencies</a:t>
            </a:r>
            <a:r>
              <a:rPr lang="fr-BE"/>
              <a:t> </a:t>
            </a:r>
            <a:r>
              <a:rPr lang="fr-BE" err="1"/>
              <a:t>installeren</a:t>
            </a:r>
            <a:r>
              <a:rPr lang="fr-BE"/>
              <a:t> 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r>
              <a:rPr lang="fr-BE"/>
              <a:t> 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yarn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r>
              <a:rPr lang="fr-BE"/>
              <a:t>).</a:t>
            </a:r>
          </a:p>
          <a:p>
            <a:r>
              <a:rPr lang="en-BE" b="1"/>
              <a:t>2. </a:t>
            </a:r>
            <a:r>
              <a:rPr lang="fr-BE" b="1" err="1"/>
              <a:t>Compileren</a:t>
            </a:r>
            <a:r>
              <a:rPr lang="fr-BE" b="1"/>
              <a:t> / </a:t>
            </a:r>
            <a:r>
              <a:rPr lang="fr-BE" b="1" err="1"/>
              <a:t>Transpileren</a:t>
            </a:r>
            <a:endParaRPr lang="fr-BE"/>
          </a:p>
          <a:p>
            <a:pPr lvl="1"/>
            <a:r>
              <a:rPr lang="fr-BE" err="1"/>
              <a:t>TypeScript</a:t>
            </a:r>
            <a:r>
              <a:rPr lang="fr-BE"/>
              <a:t> → JavaScript (via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tsc</a:t>
            </a:r>
            <a:r>
              <a:rPr lang="fr-BE"/>
              <a:t> of </a:t>
            </a:r>
            <a:r>
              <a:rPr lang="fr-BE" err="1"/>
              <a:t>esbuild</a:t>
            </a:r>
            <a:r>
              <a:rPr lang="fr-BE"/>
              <a:t>/Babel).</a:t>
            </a:r>
          </a:p>
          <a:p>
            <a:pPr lvl="1"/>
            <a:r>
              <a:rPr lang="fr-BE"/>
              <a:t>JSX → JavaScript (via Babel).</a:t>
            </a:r>
          </a:p>
          <a:p>
            <a:pPr lvl="1"/>
            <a:r>
              <a:rPr lang="fr-BE" err="1"/>
              <a:t>Sass</a:t>
            </a:r>
            <a:r>
              <a:rPr lang="fr-BE"/>
              <a:t>/</a:t>
            </a:r>
            <a:r>
              <a:rPr lang="fr-BE" err="1"/>
              <a:t>Less</a:t>
            </a:r>
            <a:r>
              <a:rPr lang="fr-BE"/>
              <a:t> → CSS (indien </a:t>
            </a:r>
            <a:r>
              <a:rPr lang="fr-BE" err="1"/>
              <a:t>gebruikt</a:t>
            </a:r>
            <a:r>
              <a:rPr lang="fr-BE"/>
              <a:t>).</a:t>
            </a:r>
          </a:p>
          <a:p>
            <a:r>
              <a:rPr lang="en-BE" b="1"/>
              <a:t>3. </a:t>
            </a:r>
            <a:r>
              <a:rPr lang="fr-BE" b="1" err="1"/>
              <a:t>Testen</a:t>
            </a:r>
            <a:endParaRPr lang="fr-BE"/>
          </a:p>
          <a:p>
            <a:pPr lvl="1"/>
            <a:r>
              <a:rPr lang="fr-BE"/>
              <a:t>Unit tests (</a:t>
            </a:r>
            <a:r>
              <a:rPr lang="fr-BE" err="1"/>
              <a:t>Jest</a:t>
            </a:r>
            <a:r>
              <a:rPr lang="fr-BE"/>
              <a:t>, </a:t>
            </a:r>
            <a:r>
              <a:rPr lang="fr-BE" err="1"/>
              <a:t>Vitest</a:t>
            </a:r>
            <a:r>
              <a:rPr lang="fr-BE"/>
              <a:t>, Jasmine …).</a:t>
            </a:r>
          </a:p>
          <a:p>
            <a:pPr lvl="1"/>
            <a:r>
              <a:rPr lang="fr-BE" err="1"/>
              <a:t>Integratie</a:t>
            </a:r>
            <a:r>
              <a:rPr lang="fr-BE"/>
              <a:t>-/end-to-end tests (</a:t>
            </a:r>
            <a:r>
              <a:rPr lang="fr-BE" err="1"/>
              <a:t>Cypress</a:t>
            </a:r>
            <a:r>
              <a:rPr lang="fr-BE"/>
              <a:t>, </a:t>
            </a:r>
            <a:r>
              <a:rPr lang="fr-BE" err="1"/>
              <a:t>Playwright</a:t>
            </a:r>
            <a:r>
              <a:rPr lang="fr-BE"/>
              <a:t> …).</a:t>
            </a:r>
          </a:p>
          <a:p>
            <a:pPr lvl="1"/>
            <a:r>
              <a:rPr lang="fr-BE" err="1"/>
              <a:t>Linting</a:t>
            </a:r>
            <a:r>
              <a:rPr lang="fr-BE"/>
              <a:t> en </a:t>
            </a:r>
            <a:r>
              <a:rPr lang="fr-BE" err="1"/>
              <a:t>static</a:t>
            </a:r>
            <a:r>
              <a:rPr lang="fr-BE"/>
              <a:t> </a:t>
            </a:r>
            <a:r>
              <a:rPr lang="fr-BE" err="1"/>
              <a:t>analysis</a:t>
            </a:r>
            <a:r>
              <a:rPr lang="fr-BE"/>
              <a:t> (</a:t>
            </a:r>
            <a:r>
              <a:rPr lang="fr-BE" err="1"/>
              <a:t>ESLint</a:t>
            </a:r>
            <a:r>
              <a:rPr lang="fr-BE"/>
              <a:t>, </a:t>
            </a:r>
            <a:r>
              <a:rPr lang="fr-BE" err="1"/>
              <a:t>Prettier</a:t>
            </a:r>
            <a:r>
              <a:rPr lang="fr-BE"/>
              <a:t>).</a:t>
            </a:r>
          </a:p>
          <a:p>
            <a:r>
              <a:rPr lang="en-BE" b="1"/>
              <a:t>4, </a:t>
            </a:r>
            <a:r>
              <a:rPr lang="fr-BE" b="1" err="1"/>
              <a:t>Bundelen</a:t>
            </a:r>
            <a:r>
              <a:rPr lang="fr-BE" b="1"/>
              <a:t> / </a:t>
            </a:r>
            <a:r>
              <a:rPr lang="fr-BE" b="1" err="1"/>
              <a:t>Optimaliseren</a:t>
            </a:r>
            <a:r>
              <a:rPr lang="fr-BE" b="1"/>
              <a:t> (</a:t>
            </a:r>
            <a:r>
              <a:rPr lang="fr-BE" b="1" err="1"/>
              <a:t>Build</a:t>
            </a:r>
            <a:r>
              <a:rPr lang="fr-BE" b="1"/>
              <a:t> stage)</a:t>
            </a:r>
            <a:endParaRPr lang="fr-BE"/>
          </a:p>
          <a:p>
            <a:pPr lvl="1"/>
            <a:r>
              <a:rPr lang="fr-BE" err="1"/>
              <a:t>Bundler</a:t>
            </a:r>
            <a:r>
              <a:rPr lang="fr-BE"/>
              <a:t> </a:t>
            </a:r>
            <a:r>
              <a:rPr lang="fr-BE" err="1"/>
              <a:t>maakt</a:t>
            </a:r>
            <a:r>
              <a:rPr lang="fr-BE"/>
              <a:t> </a:t>
            </a:r>
            <a:r>
              <a:rPr lang="fr-BE" err="1"/>
              <a:t>productiebuild</a:t>
            </a:r>
            <a:r>
              <a:rPr lang="fr-BE"/>
              <a:t>:</a:t>
            </a:r>
          </a:p>
          <a:p>
            <a:pPr lvl="2"/>
            <a:r>
              <a:rPr lang="fr-BE" err="1"/>
              <a:t>Tree-shaking</a:t>
            </a:r>
            <a:r>
              <a:rPr lang="fr-BE"/>
              <a:t> (</a:t>
            </a:r>
            <a:r>
              <a:rPr lang="fr-BE" err="1"/>
              <a:t>ongebruikte</a:t>
            </a:r>
            <a:r>
              <a:rPr lang="fr-BE"/>
              <a:t> code </a:t>
            </a:r>
            <a:r>
              <a:rPr lang="fr-BE" err="1"/>
              <a:t>weg</a:t>
            </a:r>
            <a:r>
              <a:rPr lang="fr-BE"/>
              <a:t>).</a:t>
            </a:r>
          </a:p>
          <a:p>
            <a:pPr lvl="2"/>
            <a:r>
              <a:rPr lang="fr-BE"/>
              <a:t>Code </a:t>
            </a:r>
            <a:r>
              <a:rPr lang="fr-BE" err="1"/>
              <a:t>splitting</a:t>
            </a:r>
            <a:r>
              <a:rPr lang="fr-BE"/>
              <a:t> (</a:t>
            </a:r>
            <a:r>
              <a:rPr lang="fr-BE" err="1"/>
              <a:t>lazy</a:t>
            </a:r>
            <a:r>
              <a:rPr lang="fr-BE"/>
              <a:t> </a:t>
            </a:r>
            <a:r>
              <a:rPr lang="fr-BE" err="1"/>
              <a:t>loading</a:t>
            </a:r>
            <a:r>
              <a:rPr lang="fr-BE"/>
              <a:t>).</a:t>
            </a:r>
          </a:p>
          <a:p>
            <a:pPr lvl="2"/>
            <a:r>
              <a:rPr lang="fr-BE" err="1"/>
              <a:t>Minificatie</a:t>
            </a:r>
            <a:r>
              <a:rPr lang="fr-BE"/>
              <a:t> / </a:t>
            </a:r>
            <a:r>
              <a:rPr lang="fr-BE" err="1"/>
              <a:t>compressie</a:t>
            </a:r>
            <a:r>
              <a:rPr lang="fr-BE"/>
              <a:t>.</a:t>
            </a:r>
          </a:p>
          <a:p>
            <a:pPr lvl="1"/>
            <a:r>
              <a:rPr lang="fr-BE"/>
              <a:t>Tools: Vite (</a:t>
            </a:r>
            <a:r>
              <a:rPr lang="fr-BE" err="1"/>
              <a:t>Rollup</a:t>
            </a:r>
            <a:r>
              <a:rPr lang="fr-BE"/>
              <a:t>), </a:t>
            </a:r>
            <a:r>
              <a:rPr lang="fr-BE" err="1"/>
              <a:t>Webpack</a:t>
            </a:r>
            <a:r>
              <a:rPr lang="fr-BE"/>
              <a:t>, of </a:t>
            </a:r>
            <a:r>
              <a:rPr lang="fr-BE" err="1"/>
              <a:t>Angular</a:t>
            </a:r>
            <a:r>
              <a:rPr lang="fr-BE"/>
              <a:t> CLI.</a:t>
            </a:r>
          </a:p>
          <a:p>
            <a:r>
              <a:rPr lang="en-BE" b="1"/>
              <a:t>5. </a:t>
            </a:r>
            <a:r>
              <a:rPr lang="fr-BE" b="1"/>
              <a:t>Extra </a:t>
            </a:r>
            <a:r>
              <a:rPr lang="fr-BE" b="1" err="1"/>
              <a:t>optimalisatie</a:t>
            </a:r>
            <a:endParaRPr lang="fr-BE"/>
          </a:p>
          <a:p>
            <a:pPr lvl="1"/>
            <a:r>
              <a:rPr lang="fr-BE" err="1"/>
              <a:t>Genereren</a:t>
            </a:r>
            <a:r>
              <a:rPr lang="fr-BE"/>
              <a:t> van service </a:t>
            </a:r>
            <a:r>
              <a:rPr lang="fr-BE" err="1"/>
              <a:t>worker</a:t>
            </a:r>
            <a:r>
              <a:rPr lang="fr-BE"/>
              <a:t> / </a:t>
            </a:r>
            <a:r>
              <a:rPr lang="fr-BE" err="1"/>
              <a:t>caching</a:t>
            </a:r>
            <a:r>
              <a:rPr lang="fr-BE"/>
              <a:t> </a:t>
            </a:r>
            <a:r>
              <a:rPr lang="fr-BE" err="1"/>
              <a:t>strategieën</a:t>
            </a:r>
            <a:r>
              <a:rPr lang="fr-BE"/>
              <a:t> (</a:t>
            </a:r>
            <a:r>
              <a:rPr lang="fr-BE" err="1"/>
              <a:t>Workbox</a:t>
            </a:r>
            <a:r>
              <a:rPr lang="fr-BE"/>
              <a:t>).</a:t>
            </a:r>
          </a:p>
          <a:p>
            <a:pPr lvl="1"/>
            <a:r>
              <a:rPr lang="fr-BE"/>
              <a:t>Image/CSS </a:t>
            </a:r>
            <a:r>
              <a:rPr lang="fr-BE" err="1"/>
              <a:t>optimalisatie</a:t>
            </a:r>
            <a:r>
              <a:rPr lang="fr-BE"/>
              <a:t> (</a:t>
            </a:r>
            <a:r>
              <a:rPr lang="fr-BE" err="1"/>
              <a:t>minify</a:t>
            </a:r>
            <a:r>
              <a:rPr lang="fr-BE"/>
              <a:t>, </a:t>
            </a:r>
            <a:r>
              <a:rPr lang="fr-BE" err="1"/>
              <a:t>purgeCSS</a:t>
            </a:r>
            <a:r>
              <a:rPr lang="fr-BE"/>
              <a:t>, …).</a:t>
            </a:r>
          </a:p>
          <a:p>
            <a:r>
              <a:rPr lang="en-BE" b="1"/>
              <a:t>6. </a:t>
            </a:r>
            <a:r>
              <a:rPr lang="fr-BE" b="1" err="1"/>
              <a:t>Implementeren</a:t>
            </a:r>
            <a:r>
              <a:rPr lang="fr-BE" b="1"/>
              <a:t> / </a:t>
            </a:r>
            <a:r>
              <a:rPr lang="fr-BE" b="1" err="1"/>
              <a:t>Deploy</a:t>
            </a:r>
            <a:r>
              <a:rPr lang="fr-BE" b="1"/>
              <a:t> (Release stage)</a:t>
            </a:r>
            <a:endParaRPr lang="fr-BE"/>
          </a:p>
          <a:p>
            <a:pPr lvl="1"/>
            <a:r>
              <a:rPr lang="fr-BE" err="1"/>
              <a:t>Artefacten</a:t>
            </a:r>
            <a:r>
              <a:rPr lang="fr-BE"/>
              <a:t> (</a:t>
            </a:r>
            <a:r>
              <a:rPr lang="fr-BE" err="1"/>
              <a:t>bv</a:t>
            </a:r>
            <a:r>
              <a:rPr lang="fr-BE"/>
              <a:t>.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/>
              <a:t> </a:t>
            </a:r>
            <a:r>
              <a:rPr lang="fr-BE" err="1"/>
              <a:t>map</a:t>
            </a:r>
            <a:r>
              <a:rPr lang="fr-BE"/>
              <a:t>) </a:t>
            </a:r>
            <a:r>
              <a:rPr lang="fr-BE" err="1"/>
              <a:t>naar</a:t>
            </a:r>
            <a:r>
              <a:rPr lang="fr-BE"/>
              <a:t> </a:t>
            </a:r>
            <a:r>
              <a:rPr lang="fr-BE" err="1"/>
              <a:t>hosting</a:t>
            </a:r>
            <a:r>
              <a:rPr lang="fr-BE"/>
              <a:t> </a:t>
            </a:r>
            <a:r>
              <a:rPr lang="fr-BE" err="1"/>
              <a:t>sturen</a:t>
            </a:r>
            <a:r>
              <a:rPr lang="fr-BE"/>
              <a:t>.</a:t>
            </a:r>
          </a:p>
          <a:p>
            <a:pPr lvl="2"/>
            <a:r>
              <a:rPr lang="fr-BE" err="1"/>
              <a:t>Static</a:t>
            </a:r>
            <a:r>
              <a:rPr lang="fr-BE"/>
              <a:t> site </a:t>
            </a:r>
            <a:r>
              <a:rPr lang="fr-BE" err="1"/>
              <a:t>hosting</a:t>
            </a:r>
            <a:r>
              <a:rPr lang="fr-BE"/>
              <a:t> (</a:t>
            </a:r>
            <a:r>
              <a:rPr lang="fr-BE" err="1"/>
              <a:t>Netlify</a:t>
            </a:r>
            <a:r>
              <a:rPr lang="fr-BE"/>
              <a:t>, </a:t>
            </a:r>
            <a:r>
              <a:rPr lang="fr-BE" err="1"/>
              <a:t>Vercel</a:t>
            </a:r>
            <a:r>
              <a:rPr lang="fr-BE"/>
              <a:t>, GitHub Pages).</a:t>
            </a:r>
          </a:p>
          <a:p>
            <a:pPr lvl="2"/>
            <a:r>
              <a:rPr lang="fr-BE"/>
              <a:t>Cloud (Azure App Service, AWS S3+CloudFront, </a:t>
            </a:r>
            <a:r>
              <a:rPr lang="fr-BE" err="1"/>
              <a:t>Firebase</a:t>
            </a:r>
            <a:r>
              <a:rPr lang="fr-BE"/>
              <a:t> </a:t>
            </a:r>
            <a:r>
              <a:rPr lang="fr-BE" err="1"/>
              <a:t>Hosting</a:t>
            </a:r>
            <a:r>
              <a:rPr lang="fr-BE"/>
              <a:t>).</a:t>
            </a:r>
          </a:p>
          <a:p>
            <a:pPr lvl="1"/>
            <a:r>
              <a:rPr lang="fr-BE" err="1"/>
              <a:t>Eventueel</a:t>
            </a:r>
            <a:r>
              <a:rPr lang="fr-BE"/>
              <a:t> </a:t>
            </a:r>
            <a:r>
              <a:rPr lang="fr-BE" b="1" err="1"/>
              <a:t>staging</a:t>
            </a:r>
            <a:r>
              <a:rPr lang="fr-BE"/>
              <a:t> → </a:t>
            </a:r>
            <a:r>
              <a:rPr lang="fr-BE" b="1"/>
              <a:t>production</a:t>
            </a:r>
            <a:r>
              <a:rPr lang="fr-BE"/>
              <a:t> met </a:t>
            </a:r>
            <a:r>
              <a:rPr lang="fr-BE" err="1"/>
              <a:t>approvals</a:t>
            </a:r>
            <a:r>
              <a:rPr lang="fr-BE"/>
              <a:t>.</a:t>
            </a:r>
          </a:p>
          <a:p>
            <a:r>
              <a:rPr lang="en-BE" b="1"/>
              <a:t>7. </a:t>
            </a:r>
            <a:r>
              <a:rPr lang="fr-BE" b="1"/>
              <a:t>Monitoring &amp; Feedback (Ops stage, DevOps)</a:t>
            </a:r>
            <a:endParaRPr lang="fr-BE"/>
          </a:p>
          <a:p>
            <a:pPr lvl="1"/>
            <a:r>
              <a:rPr lang="fr-BE" err="1"/>
              <a:t>Applicatie</a:t>
            </a:r>
            <a:r>
              <a:rPr lang="fr-BE"/>
              <a:t> </a:t>
            </a:r>
            <a:r>
              <a:rPr lang="fr-BE" err="1"/>
              <a:t>monitoren</a:t>
            </a:r>
            <a:r>
              <a:rPr lang="fr-BE"/>
              <a:t> (logs, performance, uptime).</a:t>
            </a:r>
          </a:p>
          <a:p>
            <a:pPr lvl="1"/>
            <a:r>
              <a:rPr lang="fr-BE"/>
              <a:t>Feedback </a:t>
            </a:r>
            <a:r>
              <a:rPr lang="fr-BE" err="1"/>
              <a:t>terug</a:t>
            </a:r>
            <a:r>
              <a:rPr lang="fr-BE"/>
              <a:t> </a:t>
            </a:r>
            <a:r>
              <a:rPr lang="fr-BE" err="1"/>
              <a:t>naar</a:t>
            </a:r>
            <a:r>
              <a:rPr lang="fr-BE"/>
              <a:t> dev-team (issues, </a:t>
            </a:r>
            <a:r>
              <a:rPr lang="fr-BE" err="1"/>
              <a:t>metrics</a:t>
            </a:r>
            <a:r>
              <a:rPr lang="fr-BE"/>
              <a:t>).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3604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1"/>
              <a:t>⚡ Agile</a:t>
            </a:r>
          </a:p>
          <a:p>
            <a:r>
              <a:rPr lang="fr-BE" b="1"/>
              <a:t>Wat </a:t>
            </a:r>
            <a:r>
              <a:rPr lang="fr-BE" b="1" err="1"/>
              <a:t>is</a:t>
            </a:r>
            <a:r>
              <a:rPr lang="fr-BE" b="1"/>
              <a:t> het?</a:t>
            </a:r>
            <a:br>
              <a:rPr lang="fr-BE"/>
            </a:br>
            <a:r>
              <a:rPr lang="fr-BE" err="1"/>
              <a:t>Een</a:t>
            </a:r>
            <a:r>
              <a:rPr lang="fr-BE"/>
              <a:t> </a:t>
            </a:r>
            <a:r>
              <a:rPr lang="fr-BE" b="1" err="1"/>
              <a:t>methode</a:t>
            </a:r>
            <a:r>
              <a:rPr lang="fr-BE" b="1"/>
              <a:t> om software te </a:t>
            </a:r>
            <a:r>
              <a:rPr lang="fr-BE" b="1" err="1"/>
              <a:t>ontwikkelen</a:t>
            </a:r>
            <a:r>
              <a:rPr lang="fr-BE" b="1"/>
              <a:t> en </a:t>
            </a:r>
            <a:r>
              <a:rPr lang="fr-BE" b="1" err="1"/>
              <a:t>plannen</a:t>
            </a:r>
            <a:r>
              <a:rPr lang="fr-BE"/>
              <a:t>.</a:t>
            </a:r>
          </a:p>
          <a:p>
            <a:r>
              <a:rPr lang="fr-BE" b="1"/>
              <a:t>Focus:</a:t>
            </a:r>
            <a:r>
              <a:rPr lang="fr-BE"/>
              <a:t> </a:t>
            </a:r>
            <a:r>
              <a:rPr lang="fr-BE" err="1"/>
              <a:t>samenwerken</a:t>
            </a:r>
            <a:r>
              <a:rPr lang="fr-BE"/>
              <a:t>, </a:t>
            </a:r>
            <a:r>
              <a:rPr lang="fr-BE" err="1"/>
              <a:t>korte</a:t>
            </a:r>
            <a:r>
              <a:rPr lang="fr-BE"/>
              <a:t> </a:t>
            </a:r>
            <a:r>
              <a:rPr lang="fr-BE" err="1"/>
              <a:t>iteraties</a:t>
            </a:r>
            <a:r>
              <a:rPr lang="fr-BE"/>
              <a:t> (sprints), </a:t>
            </a:r>
            <a:r>
              <a:rPr lang="fr-BE" err="1"/>
              <a:t>snel</a:t>
            </a:r>
            <a:r>
              <a:rPr lang="fr-BE"/>
              <a:t> feedback </a:t>
            </a:r>
            <a:r>
              <a:rPr lang="fr-BE" err="1"/>
              <a:t>krijgen</a:t>
            </a:r>
            <a:r>
              <a:rPr lang="fr-BE"/>
              <a:t> van de </a:t>
            </a:r>
            <a:r>
              <a:rPr lang="fr-BE" err="1"/>
              <a:t>klant</a:t>
            </a:r>
            <a:r>
              <a:rPr lang="fr-BE"/>
              <a:t>.</a:t>
            </a:r>
          </a:p>
          <a:p>
            <a:r>
              <a:rPr lang="fr-BE" b="1" err="1"/>
              <a:t>Bekend</a:t>
            </a:r>
            <a:r>
              <a:rPr lang="fr-BE" b="1"/>
              <a:t> </a:t>
            </a:r>
            <a:r>
              <a:rPr lang="fr-BE" b="1" err="1"/>
              <a:t>door</a:t>
            </a:r>
            <a:r>
              <a:rPr lang="fr-BE" b="1"/>
              <a:t>:</a:t>
            </a:r>
            <a:r>
              <a:rPr lang="fr-BE"/>
              <a:t> Scrum, Kanban, user stories, </a:t>
            </a:r>
            <a:r>
              <a:rPr lang="fr-BE" err="1"/>
              <a:t>retrospectives</a:t>
            </a:r>
            <a:r>
              <a:rPr lang="fr-BE"/>
              <a:t>.</a:t>
            </a:r>
          </a:p>
          <a:p>
            <a:r>
              <a:rPr lang="fr-BE" b="1"/>
              <a:t>Doel:</a:t>
            </a:r>
            <a:r>
              <a:rPr lang="fr-BE"/>
              <a:t> </a:t>
            </a:r>
            <a:r>
              <a:rPr lang="fr-BE" err="1"/>
              <a:t>sneller</a:t>
            </a:r>
            <a:r>
              <a:rPr lang="fr-BE"/>
              <a:t> </a:t>
            </a:r>
            <a:r>
              <a:rPr lang="fr-BE" err="1"/>
              <a:t>waarde</a:t>
            </a:r>
            <a:r>
              <a:rPr lang="fr-BE"/>
              <a:t> </a:t>
            </a:r>
            <a:r>
              <a:rPr lang="fr-BE" err="1"/>
              <a:t>leveren</a:t>
            </a:r>
            <a:r>
              <a:rPr lang="fr-BE"/>
              <a:t> en </a:t>
            </a:r>
            <a:r>
              <a:rPr lang="fr-BE" err="1"/>
              <a:t>flexibel</a:t>
            </a:r>
            <a:r>
              <a:rPr lang="fr-BE"/>
              <a:t> </a:t>
            </a:r>
            <a:r>
              <a:rPr lang="fr-BE" err="1"/>
              <a:t>kunnen</a:t>
            </a:r>
            <a:r>
              <a:rPr lang="fr-BE"/>
              <a:t> </a:t>
            </a:r>
            <a:r>
              <a:rPr lang="fr-BE" err="1"/>
              <a:t>inspelen</a:t>
            </a:r>
            <a:r>
              <a:rPr lang="fr-BE"/>
              <a:t> op </a:t>
            </a:r>
            <a:r>
              <a:rPr lang="fr-BE" err="1"/>
              <a:t>verandering</a:t>
            </a:r>
            <a:r>
              <a:rPr lang="fr-BE"/>
              <a:t>.</a:t>
            </a:r>
          </a:p>
          <a:p>
            <a:r>
              <a:rPr lang="en-BE"/>
              <a:t>👉 </a:t>
            </a:r>
            <a:r>
              <a:rPr lang="fr-BE"/>
              <a:t>Agile = </a:t>
            </a:r>
            <a:r>
              <a:rPr lang="fr-BE" b="1"/>
              <a:t>“</a:t>
            </a:r>
            <a:r>
              <a:rPr lang="fr-BE" b="1" err="1"/>
              <a:t>Hoe</a:t>
            </a:r>
            <a:r>
              <a:rPr lang="fr-BE" b="1"/>
              <a:t> </a:t>
            </a:r>
            <a:r>
              <a:rPr lang="fr-BE" b="1" err="1"/>
              <a:t>we</a:t>
            </a:r>
            <a:r>
              <a:rPr lang="fr-BE" b="1"/>
              <a:t> software </a:t>
            </a:r>
            <a:r>
              <a:rPr lang="fr-BE" b="1" i="1" err="1"/>
              <a:t>maken</a:t>
            </a:r>
            <a:r>
              <a:rPr lang="fr-BE" b="1"/>
              <a:t> en </a:t>
            </a:r>
            <a:r>
              <a:rPr lang="fr-BE" b="1" err="1"/>
              <a:t>organiseren</a:t>
            </a:r>
            <a:r>
              <a:rPr lang="fr-BE" b="1"/>
              <a:t>.”</a:t>
            </a:r>
            <a:endParaRPr lang="fr-BE"/>
          </a:p>
          <a:p>
            <a:br>
              <a:rPr lang="fr-BE"/>
            </a:br>
            <a:endParaRPr lang="fr-BE"/>
          </a:p>
          <a:p>
            <a:r>
              <a:rPr lang="en-BE" b="1"/>
              <a:t>🔧 </a:t>
            </a:r>
            <a:r>
              <a:rPr lang="fr-BE" b="1"/>
              <a:t>DevOps</a:t>
            </a:r>
          </a:p>
          <a:p>
            <a:r>
              <a:rPr lang="fr-BE" b="1"/>
              <a:t>Wat </a:t>
            </a:r>
            <a:r>
              <a:rPr lang="fr-BE" b="1" err="1"/>
              <a:t>is</a:t>
            </a:r>
            <a:r>
              <a:rPr lang="fr-BE" b="1"/>
              <a:t> het?</a:t>
            </a:r>
            <a:br>
              <a:rPr lang="fr-BE"/>
            </a:br>
            <a:r>
              <a:rPr lang="fr-BE" err="1"/>
              <a:t>Een</a:t>
            </a:r>
            <a:r>
              <a:rPr lang="fr-BE"/>
              <a:t> </a:t>
            </a:r>
            <a:r>
              <a:rPr lang="fr-BE" b="1" err="1"/>
              <a:t>cultuur</a:t>
            </a:r>
            <a:r>
              <a:rPr lang="fr-BE" b="1"/>
              <a:t> en set </a:t>
            </a:r>
            <a:r>
              <a:rPr lang="fr-BE" b="1" err="1"/>
              <a:t>praktijken</a:t>
            </a:r>
            <a:r>
              <a:rPr lang="fr-BE"/>
              <a:t> die </a:t>
            </a:r>
            <a:r>
              <a:rPr lang="fr-BE" err="1"/>
              <a:t>ontwikkeling</a:t>
            </a:r>
            <a:r>
              <a:rPr lang="fr-BE"/>
              <a:t> (</a:t>
            </a:r>
            <a:r>
              <a:rPr lang="fr-BE" b="1"/>
              <a:t>Dev</a:t>
            </a:r>
            <a:r>
              <a:rPr lang="fr-BE"/>
              <a:t>) en </a:t>
            </a:r>
            <a:r>
              <a:rPr lang="fr-BE" err="1"/>
              <a:t>operations</a:t>
            </a:r>
            <a:r>
              <a:rPr lang="fr-BE"/>
              <a:t> (</a:t>
            </a:r>
            <a:r>
              <a:rPr lang="fr-BE" b="1"/>
              <a:t>Ops</a:t>
            </a:r>
            <a:r>
              <a:rPr lang="fr-BE"/>
              <a:t>) </a:t>
            </a:r>
            <a:r>
              <a:rPr lang="fr-BE" err="1"/>
              <a:t>dichter</a:t>
            </a:r>
            <a:r>
              <a:rPr lang="fr-BE"/>
              <a:t> </a:t>
            </a:r>
            <a:r>
              <a:rPr lang="fr-BE" err="1"/>
              <a:t>bij</a:t>
            </a:r>
            <a:r>
              <a:rPr lang="fr-BE"/>
              <a:t> </a:t>
            </a:r>
            <a:r>
              <a:rPr lang="fr-BE" err="1"/>
              <a:t>elkaar</a:t>
            </a:r>
            <a:r>
              <a:rPr lang="fr-BE"/>
              <a:t> </a:t>
            </a:r>
            <a:r>
              <a:rPr lang="fr-BE" err="1"/>
              <a:t>brengt</a:t>
            </a:r>
            <a:r>
              <a:rPr lang="fr-BE"/>
              <a:t>.</a:t>
            </a:r>
          </a:p>
          <a:p>
            <a:r>
              <a:rPr lang="fr-BE" b="1"/>
              <a:t>Focus:</a:t>
            </a:r>
            <a:r>
              <a:rPr lang="fr-BE"/>
              <a:t> </a:t>
            </a:r>
            <a:r>
              <a:rPr lang="fr-BE" err="1"/>
              <a:t>automatiseren</a:t>
            </a:r>
            <a:r>
              <a:rPr lang="fr-BE"/>
              <a:t> van </a:t>
            </a:r>
            <a:r>
              <a:rPr lang="fr-BE" err="1"/>
              <a:t>build</a:t>
            </a:r>
            <a:r>
              <a:rPr lang="fr-BE"/>
              <a:t>, test, en </a:t>
            </a:r>
            <a:r>
              <a:rPr lang="fr-BE" err="1"/>
              <a:t>deployment</a:t>
            </a:r>
            <a:r>
              <a:rPr lang="fr-BE"/>
              <a:t> → </a:t>
            </a:r>
            <a:r>
              <a:rPr lang="fr-BE" b="1"/>
              <a:t>CI/CD</a:t>
            </a:r>
            <a:r>
              <a:rPr lang="fr-BE"/>
              <a:t>, monitoring, </a:t>
            </a:r>
            <a:r>
              <a:rPr lang="fr-BE" err="1"/>
              <a:t>schaalbaarheid</a:t>
            </a:r>
            <a:r>
              <a:rPr lang="fr-BE"/>
              <a:t>.</a:t>
            </a:r>
          </a:p>
          <a:p>
            <a:r>
              <a:rPr lang="fr-BE" b="1" err="1"/>
              <a:t>Bekend</a:t>
            </a:r>
            <a:r>
              <a:rPr lang="fr-BE" b="1"/>
              <a:t> </a:t>
            </a:r>
            <a:r>
              <a:rPr lang="fr-BE" b="1" err="1"/>
              <a:t>door</a:t>
            </a:r>
            <a:r>
              <a:rPr lang="fr-BE" b="1"/>
              <a:t>:</a:t>
            </a:r>
            <a:r>
              <a:rPr lang="fr-BE"/>
              <a:t> GitHub Actions, Azure Pipelines, Docker, </a:t>
            </a:r>
            <a:r>
              <a:rPr lang="fr-BE" err="1"/>
              <a:t>Kubernetes</a:t>
            </a:r>
            <a:r>
              <a:rPr lang="fr-BE"/>
              <a:t>, Infrastructure as Code.</a:t>
            </a:r>
          </a:p>
          <a:p>
            <a:r>
              <a:rPr lang="fr-BE" b="1"/>
              <a:t>Doel:</a:t>
            </a:r>
            <a:r>
              <a:rPr lang="fr-BE"/>
              <a:t> software </a:t>
            </a:r>
            <a:r>
              <a:rPr lang="fr-BE" b="1" err="1"/>
              <a:t>sneller</a:t>
            </a:r>
            <a:r>
              <a:rPr lang="fr-BE" b="1"/>
              <a:t> en </a:t>
            </a:r>
            <a:r>
              <a:rPr lang="fr-BE" b="1" err="1"/>
              <a:t>betrouwbaarder</a:t>
            </a:r>
            <a:r>
              <a:rPr lang="fr-BE" b="1"/>
              <a:t> in </a:t>
            </a:r>
            <a:r>
              <a:rPr lang="fr-BE" b="1" err="1"/>
              <a:t>productie</a:t>
            </a:r>
            <a:r>
              <a:rPr lang="fr-BE"/>
              <a:t> </a:t>
            </a:r>
            <a:r>
              <a:rPr lang="fr-BE" err="1"/>
              <a:t>krijgen</a:t>
            </a:r>
            <a:r>
              <a:rPr lang="fr-BE"/>
              <a:t>.</a:t>
            </a:r>
          </a:p>
          <a:p>
            <a:r>
              <a:rPr lang="en-BE"/>
              <a:t>👉 </a:t>
            </a:r>
            <a:r>
              <a:rPr lang="fr-BE"/>
              <a:t>DevOps = </a:t>
            </a:r>
            <a:r>
              <a:rPr lang="fr-BE" b="1"/>
              <a:t>“</a:t>
            </a:r>
            <a:r>
              <a:rPr lang="fr-BE" b="1" err="1"/>
              <a:t>Hoe</a:t>
            </a:r>
            <a:r>
              <a:rPr lang="fr-BE" b="1"/>
              <a:t> </a:t>
            </a:r>
            <a:r>
              <a:rPr lang="fr-BE" b="1" err="1"/>
              <a:t>we</a:t>
            </a:r>
            <a:r>
              <a:rPr lang="fr-BE" b="1"/>
              <a:t> software </a:t>
            </a:r>
            <a:r>
              <a:rPr lang="fr-BE" b="1" i="1" err="1"/>
              <a:t>opleveren</a:t>
            </a:r>
            <a:r>
              <a:rPr lang="fr-BE" b="1"/>
              <a:t> en in de </a:t>
            </a:r>
            <a:r>
              <a:rPr lang="fr-BE" b="1" err="1"/>
              <a:t>praktijk</a:t>
            </a:r>
            <a:r>
              <a:rPr lang="fr-BE" b="1"/>
              <a:t> </a:t>
            </a:r>
            <a:r>
              <a:rPr lang="fr-BE" b="1" err="1"/>
              <a:t>draaiend</a:t>
            </a:r>
            <a:r>
              <a:rPr lang="fr-BE" b="1"/>
              <a:t> </a:t>
            </a:r>
            <a:r>
              <a:rPr lang="fr-BE" b="1" err="1"/>
              <a:t>houden</a:t>
            </a:r>
            <a:r>
              <a:rPr lang="fr-BE" b="1"/>
              <a:t>.”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19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Bundlers </a:t>
            </a:r>
            <a:r>
              <a:rPr lang="en-BE" err="1"/>
              <a:t>combineren</a:t>
            </a:r>
            <a:r>
              <a:rPr lang="en-BE"/>
              <a:t> </a:t>
            </a:r>
            <a:r>
              <a:rPr lang="en-BE" err="1"/>
              <a:t>verschillende</a:t>
            </a:r>
            <a:r>
              <a:rPr lang="en-BE"/>
              <a:t> </a:t>
            </a:r>
            <a:r>
              <a:rPr lang="en-BE" err="1"/>
              <a:t>bronbestanden</a:t>
            </a:r>
            <a:r>
              <a:rPr lang="en-BE"/>
              <a:t> tot </a:t>
            </a:r>
            <a:r>
              <a:rPr lang="en-BE" err="1"/>
              <a:t>één</a:t>
            </a:r>
            <a:r>
              <a:rPr lang="en-BE"/>
              <a:t> of </a:t>
            </a:r>
            <a:r>
              <a:rPr lang="en-BE" err="1"/>
              <a:t>meerdere</a:t>
            </a:r>
            <a:r>
              <a:rPr lang="en-BE"/>
              <a:t> </a:t>
            </a:r>
            <a:r>
              <a:rPr lang="en-BE" err="1"/>
              <a:t>geoptimaliseerde</a:t>
            </a:r>
            <a:r>
              <a:rPr lang="en-BE"/>
              <a:t> </a:t>
            </a:r>
            <a:r>
              <a:rPr lang="en-BE" err="1"/>
              <a:t>bestanden</a:t>
            </a:r>
            <a:r>
              <a:rPr lang="en-BE"/>
              <a:t>. Dit </a:t>
            </a:r>
            <a:r>
              <a:rPr lang="en-BE" err="1"/>
              <a:t>vereenvoudigt</a:t>
            </a:r>
            <a:r>
              <a:rPr lang="en-BE"/>
              <a:t> het laden van </a:t>
            </a:r>
            <a:r>
              <a:rPr lang="en-BE" err="1"/>
              <a:t>applicaties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verbetert</a:t>
            </a:r>
            <a:r>
              <a:rPr lang="en-BE"/>
              <a:t> de performance.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0247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Bundlers </a:t>
            </a:r>
            <a:r>
              <a:rPr lang="en-BE" err="1"/>
              <a:t>verwerken</a:t>
            </a:r>
            <a:r>
              <a:rPr lang="en-BE"/>
              <a:t> JavaScript, CSS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andere</a:t>
            </a:r>
            <a:r>
              <a:rPr lang="en-BE"/>
              <a:t> assets, </a:t>
            </a:r>
            <a:r>
              <a:rPr lang="en-BE" err="1"/>
              <a:t>resolven</a:t>
            </a:r>
            <a:r>
              <a:rPr lang="en-BE"/>
              <a:t> </a:t>
            </a:r>
            <a:r>
              <a:rPr lang="en-BE" err="1"/>
              <a:t>afhankelijkheden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creëren</a:t>
            </a:r>
            <a:r>
              <a:rPr lang="en-BE"/>
              <a:t> </a:t>
            </a:r>
            <a:r>
              <a:rPr lang="en-BE" err="1"/>
              <a:t>efficiënte</a:t>
            </a:r>
            <a:r>
              <a:rPr lang="en-BE"/>
              <a:t> bundles die de </a:t>
            </a:r>
            <a:r>
              <a:rPr lang="en-BE" err="1"/>
              <a:t>laadtijd</a:t>
            </a:r>
            <a:r>
              <a:rPr lang="en-BE"/>
              <a:t> </a:t>
            </a:r>
            <a:r>
              <a:rPr lang="en-BE" err="1"/>
              <a:t>verminderen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caching </a:t>
            </a:r>
            <a:r>
              <a:rPr lang="en-BE" err="1"/>
              <a:t>optimaliseren</a:t>
            </a:r>
            <a:r>
              <a:rPr lang="en-BE"/>
              <a:t>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60571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21BD0-AB39-9119-41C2-0F6213C6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F9169-78E9-BFD8-E50B-DF7E997A2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D13F1-64FE-AF85-3A53-607415C34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/>
              <a:t>Webpack is </a:t>
            </a:r>
            <a:r>
              <a:rPr lang="en-BE" err="1"/>
              <a:t>veelzijdig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krachtig</a:t>
            </a:r>
            <a:r>
              <a:rPr lang="en-BE"/>
              <a:t>, Rollup </a:t>
            </a:r>
            <a:r>
              <a:rPr lang="en-BE" err="1"/>
              <a:t>focust</a:t>
            </a:r>
            <a:r>
              <a:rPr lang="en-BE"/>
              <a:t> op ES modules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kleine</a:t>
            </a:r>
            <a:r>
              <a:rPr lang="en-BE"/>
              <a:t> bundles, </a:t>
            </a:r>
            <a:r>
              <a:rPr lang="en-BE" err="1"/>
              <a:t>terwijl</a:t>
            </a:r>
            <a:r>
              <a:rPr lang="en-BE"/>
              <a:t> Parcel </a:t>
            </a:r>
            <a:r>
              <a:rPr lang="en-BE" err="1"/>
              <a:t>gebruiksgemak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zero-config </a:t>
            </a:r>
            <a:r>
              <a:rPr lang="en-BE" err="1"/>
              <a:t>biedt</a:t>
            </a:r>
            <a:r>
              <a:rPr lang="en-BE"/>
              <a:t>. Elk </a:t>
            </a:r>
            <a:r>
              <a:rPr lang="en-BE" err="1"/>
              <a:t>heeft</a:t>
            </a:r>
            <a:r>
              <a:rPr lang="en-BE"/>
              <a:t> </a:t>
            </a:r>
            <a:r>
              <a:rPr lang="en-BE" err="1"/>
              <a:t>unieke</a:t>
            </a:r>
            <a:r>
              <a:rPr lang="en-BE"/>
              <a:t> </a:t>
            </a:r>
            <a:r>
              <a:rPr lang="en-BE" err="1"/>
              <a:t>voordelen</a:t>
            </a:r>
            <a:r>
              <a:rPr lang="en-BE"/>
              <a:t> </a:t>
            </a:r>
            <a:r>
              <a:rPr lang="en-BE" err="1"/>
              <a:t>afhankelijk</a:t>
            </a:r>
            <a:r>
              <a:rPr lang="en-BE"/>
              <a:t> van het project.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0EF92-2586-400B-05F0-4C7910DAE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26507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D2C89-6F37-AF36-5431-BF96FE44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91149-D862-5503-085E-A627F035E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143A1-A84D-1340-A2DE-C8F76D6F6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1"/>
              <a:t>1) Hands-on </a:t>
            </a:r>
            <a:r>
              <a:rPr lang="fr-BE" b="1" err="1"/>
              <a:t>esbuild</a:t>
            </a:r>
            <a:r>
              <a:rPr lang="fr-BE" b="1"/>
              <a:t>-pipeline</a:t>
            </a:r>
          </a:p>
          <a:p>
            <a:r>
              <a:rPr lang="fr-BE" b="1" err="1"/>
              <a:t>Stap</a:t>
            </a:r>
            <a:r>
              <a:rPr lang="fr-BE" b="1"/>
              <a:t> 1 – </a:t>
            </a:r>
            <a:r>
              <a:rPr lang="fr-BE" b="1" err="1"/>
              <a:t>Installeer</a:t>
            </a:r>
            <a:r>
              <a:rPr lang="fr-BE" b="1"/>
              <a:t> </a:t>
            </a:r>
            <a:r>
              <a:rPr lang="fr-BE" b="1" err="1"/>
              <a:t>esbuild</a:t>
            </a:r>
            <a:endParaRPr lang="fr-BE"/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init -y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-dev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BE" b="1" err="1"/>
              <a:t>Stap</a:t>
            </a:r>
            <a:r>
              <a:rPr lang="fr-BE" b="1"/>
              <a:t> 2 – Basis </a:t>
            </a:r>
            <a:r>
              <a:rPr lang="fr-BE" b="1" err="1"/>
              <a:t>build</a:t>
            </a:r>
            <a:r>
              <a:rPr lang="fr-BE" b="1"/>
              <a:t>-script </a:t>
            </a:r>
            <a:r>
              <a:rPr lang="fr-BE" b="1" err="1"/>
              <a:t>toevoegen</a:t>
            </a:r>
            <a:br>
              <a:rPr lang="fr-BE"/>
            </a:br>
            <a:r>
              <a:rPr lang="fr-BE" err="1"/>
              <a:t>Voeg</a:t>
            </a:r>
            <a:r>
              <a:rPr lang="fr-BE"/>
              <a:t> in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package.json</a:t>
            </a:r>
            <a:r>
              <a:rPr lang="fr-BE"/>
              <a:t> </a:t>
            </a:r>
            <a:r>
              <a:rPr lang="fr-BE" err="1"/>
              <a:t>aan</a:t>
            </a:r>
            <a:r>
              <a:rPr lang="fr-BE"/>
              <a:t>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"scripts"</a:t>
            </a:r>
            <a:r>
              <a:rPr lang="fr-BE"/>
              <a:t> </a:t>
            </a:r>
            <a:r>
              <a:rPr lang="fr-BE" err="1"/>
              <a:t>bijvoorbeeld</a:t>
            </a:r>
            <a:r>
              <a:rPr lang="fr-BE"/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"scripts":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--bundle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outfile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/bundle.js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minify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sourcemap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fr-BE" b="1"/>
              <a:t>Wat </a:t>
            </a:r>
            <a:r>
              <a:rPr lang="fr-BE" b="1" err="1"/>
              <a:t>gebeurt</a:t>
            </a:r>
            <a:r>
              <a:rPr lang="fr-BE" b="1"/>
              <a:t> er?</a:t>
            </a:r>
            <a:endParaRPr lang="fr-BE"/>
          </a:p>
          <a:p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r>
              <a:rPr lang="fr-BE"/>
              <a:t> </a:t>
            </a:r>
            <a:r>
              <a:rPr lang="fr-BE" err="1"/>
              <a:t>wordt</a:t>
            </a:r>
            <a:r>
              <a:rPr lang="fr-BE"/>
              <a:t> </a:t>
            </a:r>
            <a:r>
              <a:rPr lang="fr-BE" b="1" err="1"/>
              <a:t>getranspiled</a:t>
            </a:r>
            <a:r>
              <a:rPr lang="fr-BE"/>
              <a:t> en </a:t>
            </a:r>
            <a:r>
              <a:rPr lang="fr-BE" err="1"/>
              <a:t>gebundeld</a:t>
            </a:r>
            <a:r>
              <a:rPr lang="fr-BE"/>
              <a:t>.</a:t>
            </a:r>
          </a:p>
          <a:p>
            <a:r>
              <a:rPr lang="fr-BE" err="1"/>
              <a:t>Bundling</a:t>
            </a:r>
            <a:r>
              <a:rPr lang="fr-BE"/>
              <a:t> en </a:t>
            </a:r>
            <a:r>
              <a:rPr lang="fr-BE" err="1"/>
              <a:t>minificatie</a:t>
            </a:r>
            <a:r>
              <a:rPr lang="fr-BE"/>
              <a:t> </a:t>
            </a:r>
            <a:r>
              <a:rPr lang="fr-BE" err="1"/>
              <a:t>vindt</a:t>
            </a:r>
            <a:r>
              <a:rPr lang="fr-BE"/>
              <a:t> </a:t>
            </a:r>
            <a:r>
              <a:rPr lang="fr-BE" err="1"/>
              <a:t>plaats</a:t>
            </a:r>
            <a:r>
              <a:rPr lang="fr-BE"/>
              <a:t>.</a:t>
            </a:r>
          </a:p>
          <a:p>
            <a:r>
              <a:rPr lang="fr-BE" err="1"/>
              <a:t>Een</a:t>
            </a:r>
            <a:r>
              <a:rPr lang="fr-BE"/>
              <a:t> </a:t>
            </a:r>
            <a:r>
              <a:rPr lang="fr-BE" b="1"/>
              <a:t>source </a:t>
            </a:r>
            <a:r>
              <a:rPr lang="fr-BE" b="1" err="1"/>
              <a:t>map</a:t>
            </a:r>
            <a:r>
              <a:rPr lang="fr-BE"/>
              <a:t> </a:t>
            </a:r>
            <a:r>
              <a:rPr lang="fr-BE" err="1"/>
              <a:t>wordt</a:t>
            </a:r>
            <a:r>
              <a:rPr lang="fr-BE"/>
              <a:t> </a:t>
            </a:r>
            <a:r>
              <a:rPr lang="fr-BE" err="1"/>
              <a:t>gegenereerd</a:t>
            </a:r>
            <a:r>
              <a:rPr lang="fr-BE"/>
              <a:t>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debugging</a:t>
            </a:r>
            <a:r>
              <a:rPr lang="fr-BE"/>
              <a:t>.</a:t>
            </a:r>
          </a:p>
          <a:p>
            <a:r>
              <a:rPr lang="fr-BE" b="1" err="1"/>
              <a:t>Stap</a:t>
            </a:r>
            <a:r>
              <a:rPr lang="fr-BE" b="1"/>
              <a:t> 3 – </a:t>
            </a:r>
            <a:r>
              <a:rPr lang="fr-BE" b="1" err="1"/>
              <a:t>uitbreiden</a:t>
            </a:r>
            <a:r>
              <a:rPr lang="fr-BE" b="1"/>
              <a:t> met </a:t>
            </a:r>
            <a:r>
              <a:rPr lang="fr-BE" b="1" err="1"/>
              <a:t>meerdere</a:t>
            </a:r>
            <a:r>
              <a:rPr lang="fr-BE" b="1"/>
              <a:t> entry points / assets</a:t>
            </a:r>
            <a:br>
              <a:rPr lang="fr-BE"/>
            </a:br>
            <a:r>
              <a:rPr lang="fr-BE"/>
              <a:t>Je kan </a:t>
            </a:r>
            <a:r>
              <a:rPr lang="fr-BE" err="1"/>
              <a:t>esbuild</a:t>
            </a:r>
            <a:r>
              <a:rPr lang="fr-BE"/>
              <a:t> </a:t>
            </a:r>
            <a:r>
              <a:rPr lang="fr-BE" err="1"/>
              <a:t>ook</a:t>
            </a:r>
            <a:r>
              <a:rPr lang="fr-BE"/>
              <a:t> </a:t>
            </a:r>
            <a:r>
              <a:rPr lang="fr-BE" err="1"/>
              <a:t>als</a:t>
            </a:r>
            <a:r>
              <a:rPr lang="fr-BE"/>
              <a:t> API in </a:t>
            </a:r>
            <a:r>
              <a:rPr lang="fr-BE" err="1"/>
              <a:t>een</a:t>
            </a:r>
            <a:r>
              <a:rPr lang="fr-BE"/>
              <a:t> JavaScript- of </a:t>
            </a:r>
            <a:r>
              <a:rPr lang="fr-BE" err="1"/>
              <a:t>TypeScript-bestand</a:t>
            </a:r>
            <a:r>
              <a:rPr lang="fr-BE"/>
              <a:t> </a:t>
            </a:r>
            <a:r>
              <a:rPr lang="fr-BE" err="1"/>
              <a:t>gebruiken</a:t>
            </a:r>
            <a:r>
              <a:rPr lang="fr-BE"/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build.js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').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entryPoints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['src/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 'src/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another.ts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'],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bundle: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outdir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'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minify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sourcemap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loader: { '.png': 'file', '.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': '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},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}).catch(() =&gt;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process.exit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(1));</a:t>
            </a:r>
          </a:p>
          <a:p>
            <a:r>
              <a:rPr lang="fr-BE" err="1"/>
              <a:t>Daarna</a:t>
            </a:r>
            <a:r>
              <a:rPr lang="fr-BE"/>
              <a:t> </a:t>
            </a:r>
            <a:r>
              <a:rPr lang="fr-BE" err="1"/>
              <a:t>past</a:t>
            </a:r>
            <a:r>
              <a:rPr lang="fr-BE"/>
              <a:t> je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fr-BE"/>
              <a:t> script </a:t>
            </a:r>
            <a:r>
              <a:rPr lang="fr-BE" err="1"/>
              <a:t>aan</a:t>
            </a:r>
            <a:r>
              <a:rPr lang="fr-BE"/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build.js"</a:t>
            </a:r>
          </a:p>
          <a:p>
            <a:r>
              <a:rPr lang="fr-BE" b="1" err="1"/>
              <a:t>Stap</a:t>
            </a:r>
            <a:r>
              <a:rPr lang="fr-BE" b="1"/>
              <a:t> 4 – </a:t>
            </a:r>
            <a:r>
              <a:rPr lang="fr-BE" b="1" err="1"/>
              <a:t>integratie</a:t>
            </a:r>
            <a:r>
              <a:rPr lang="fr-BE" b="1"/>
              <a:t> in CI-pipeline</a:t>
            </a:r>
            <a:endParaRPr lang="fr-BE"/>
          </a:p>
          <a:p>
            <a:r>
              <a:rPr lang="fr-BE" b="1"/>
              <a:t>Transpiler &amp; </a:t>
            </a:r>
            <a:r>
              <a:rPr lang="fr-BE" b="1" err="1"/>
              <a:t>bundler</a:t>
            </a:r>
            <a:r>
              <a:rPr lang="fr-BE"/>
              <a:t>: </a:t>
            </a:r>
            <a:r>
              <a:rPr lang="fr-BE" err="1"/>
              <a:t>door</a:t>
            </a:r>
            <a:r>
              <a:rPr lang="fr-BE"/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/>
              <a:t> of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build.js</a:t>
            </a:r>
            <a:r>
              <a:rPr lang="fr-BE"/>
              <a:t>.</a:t>
            </a:r>
          </a:p>
          <a:p>
            <a:r>
              <a:rPr lang="fr-BE" b="1" err="1"/>
              <a:t>Testing</a:t>
            </a:r>
            <a:r>
              <a:rPr lang="fr-BE"/>
              <a:t>: je kan </a:t>
            </a:r>
            <a:r>
              <a:rPr lang="fr-BE" err="1"/>
              <a:t>vóór</a:t>
            </a:r>
            <a:r>
              <a:rPr lang="fr-BE"/>
              <a:t> of na de </a:t>
            </a:r>
            <a:r>
              <a:rPr lang="fr-BE" err="1"/>
              <a:t>build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test-run </a:t>
            </a:r>
            <a:r>
              <a:rPr lang="fr-BE" err="1"/>
              <a:t>invoegen</a:t>
            </a:r>
            <a:r>
              <a:rPr lang="fr-BE"/>
              <a:t> 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test</a:t>
            </a:r>
            <a:r>
              <a:rPr lang="fr-BE"/>
              <a:t>), </a:t>
            </a:r>
            <a:r>
              <a:rPr lang="fr-BE" err="1"/>
              <a:t>linten</a:t>
            </a:r>
            <a:r>
              <a:rPr lang="fr-BE"/>
              <a:t> etc.</a:t>
            </a:r>
          </a:p>
          <a:p>
            <a:r>
              <a:rPr lang="fr-BE" b="1"/>
              <a:t>Output-</a:t>
            </a:r>
            <a:r>
              <a:rPr lang="fr-BE" b="1" err="1"/>
              <a:t>artifact</a:t>
            </a:r>
            <a:r>
              <a:rPr lang="fr-BE"/>
              <a:t>: de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BE"/>
              <a:t>-</a:t>
            </a:r>
            <a:r>
              <a:rPr lang="fr-BE" err="1"/>
              <a:t>map</a:t>
            </a:r>
            <a:r>
              <a:rPr lang="fr-BE"/>
              <a:t> kan je dan </a:t>
            </a:r>
            <a:r>
              <a:rPr lang="fr-BE" err="1"/>
              <a:t>doorgeven</a:t>
            </a:r>
            <a:r>
              <a:rPr lang="fr-BE"/>
              <a:t> </a:t>
            </a:r>
            <a:r>
              <a:rPr lang="fr-BE" err="1"/>
              <a:t>naar</a:t>
            </a:r>
            <a:r>
              <a:rPr lang="fr-BE"/>
              <a:t> het </a:t>
            </a:r>
            <a:r>
              <a:rPr lang="fr-BE" err="1"/>
              <a:t>deploy-proces</a:t>
            </a:r>
            <a:r>
              <a:rPr lang="fr-BE"/>
              <a:t>.</a:t>
            </a:r>
          </a:p>
          <a:p>
            <a:br>
              <a:rPr lang="en-BE"/>
            </a:br>
            <a:br>
              <a:rPr lang="en-BE"/>
            </a:br>
            <a:r>
              <a:rPr lang="en-BE" b="1"/>
              <a:t>🔧 </a:t>
            </a:r>
            <a:r>
              <a:rPr lang="fr-BE" b="1" err="1"/>
              <a:t>Voorbeeld</a:t>
            </a:r>
            <a:r>
              <a:rPr lang="fr-BE" b="1"/>
              <a:t> met </a:t>
            </a:r>
            <a:r>
              <a:rPr lang="fr-BE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dataurl</a:t>
            </a:r>
            <a:r>
              <a:rPr lang="fr-BE" b="1"/>
              <a:t> loader</a:t>
            </a:r>
          </a:p>
          <a:p>
            <a:r>
              <a:rPr lang="fr-BE" b="1" err="1"/>
              <a:t>Projectstructuur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/src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├── index.js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└── logo.png</a:t>
            </a:r>
          </a:p>
          <a:p>
            <a:r>
              <a:rPr lang="fr-BE" b="1"/>
              <a:t>index.js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logo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"./logo.png";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document.createElement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img.src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logo;   // dit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URL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dankzij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document.body.appendChild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BE" b="1"/>
              <a:t>build.js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entryPoints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["src/index.js"],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bundle: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outdir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loader: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".png":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dataurl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  // &lt;---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belangrijk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PNG om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naar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URL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}).catch(() =&gt;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process.exit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(1));</a:t>
            </a:r>
          </a:p>
          <a:p>
            <a:r>
              <a:rPr lang="fr-BE" b="1"/>
              <a:t>Run </a:t>
            </a:r>
            <a:r>
              <a:rPr lang="fr-BE" b="1" err="1"/>
              <a:t>build</a:t>
            </a:r>
            <a:endParaRPr lang="fr-BE"/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build.js</a:t>
            </a:r>
          </a:p>
          <a:p>
            <a:br>
              <a:rPr lang="fr-BE"/>
            </a:br>
            <a:endParaRPr lang="fr-BE"/>
          </a:p>
          <a:p>
            <a:r>
              <a:rPr lang="en-BE" b="1"/>
              <a:t>✨ </a:t>
            </a:r>
            <a:r>
              <a:rPr lang="fr-BE" b="1"/>
              <a:t>Wat er </a:t>
            </a:r>
            <a:r>
              <a:rPr lang="fr-BE" b="1" err="1"/>
              <a:t>gebeurt</a:t>
            </a:r>
            <a:endParaRPr lang="fr-BE" b="1"/>
          </a:p>
          <a:p>
            <a:r>
              <a:rPr lang="fr-BE" err="1"/>
              <a:t>esbuild</a:t>
            </a:r>
            <a:r>
              <a:rPr lang="fr-BE"/>
              <a:t> </a:t>
            </a:r>
            <a:r>
              <a:rPr lang="fr-BE" err="1"/>
              <a:t>leest</a:t>
            </a:r>
            <a:r>
              <a:rPr lang="fr-BE"/>
              <a:t>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logo.png</a:t>
            </a:r>
            <a:r>
              <a:rPr lang="fr-BE"/>
              <a:t>.</a:t>
            </a:r>
          </a:p>
          <a:p>
            <a:r>
              <a:rPr lang="fr-BE"/>
              <a:t>In de output 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/bundle.js</a:t>
            </a:r>
            <a:r>
              <a:rPr lang="fr-BE"/>
              <a:t>) </a:t>
            </a:r>
            <a:r>
              <a:rPr lang="fr-BE" err="1"/>
              <a:t>wordt</a:t>
            </a:r>
            <a:r>
              <a:rPr lang="fr-BE"/>
              <a:t>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logo</a:t>
            </a:r>
            <a:r>
              <a:rPr lang="fr-BE"/>
              <a:t> </a:t>
            </a:r>
            <a:r>
              <a:rPr lang="fr-BE" err="1"/>
              <a:t>geen</a:t>
            </a:r>
            <a:r>
              <a:rPr lang="fr-BE"/>
              <a:t> pad </a:t>
            </a:r>
            <a:r>
              <a:rPr lang="fr-BE" err="1"/>
              <a:t>naar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err="1"/>
              <a:t>bestand</a:t>
            </a:r>
            <a:r>
              <a:rPr lang="fr-BE"/>
              <a:t>, maar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b="1" err="1"/>
              <a:t>inline</a:t>
            </a:r>
            <a:r>
              <a:rPr lang="fr-BE" b="1"/>
              <a:t> Data URL</a:t>
            </a:r>
            <a:r>
              <a:rPr lang="fr-BE"/>
              <a:t>, </a:t>
            </a:r>
            <a:r>
              <a:rPr lang="fr-BE" err="1"/>
              <a:t>bv</a:t>
            </a:r>
            <a:r>
              <a:rPr lang="fr-BE"/>
              <a:t>.: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 logo =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data:image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/png;base64,iVBORw0KGgoAAAANSUhEUgAA...";</a:t>
            </a:r>
          </a:p>
          <a:p>
            <a:r>
              <a:rPr lang="fr-BE" err="1"/>
              <a:t>Hierdoor</a:t>
            </a:r>
            <a:r>
              <a:rPr lang="fr-BE"/>
              <a:t> </a:t>
            </a:r>
            <a:r>
              <a:rPr lang="fr-BE" err="1"/>
              <a:t>heb</a:t>
            </a:r>
            <a:r>
              <a:rPr lang="fr-BE"/>
              <a:t> je </a:t>
            </a:r>
            <a:r>
              <a:rPr lang="fr-BE" b="1" err="1"/>
              <a:t>geen</a:t>
            </a:r>
            <a:r>
              <a:rPr lang="fr-BE" b="1"/>
              <a:t> </a:t>
            </a:r>
            <a:r>
              <a:rPr lang="fr-BE" b="1" err="1"/>
              <a:t>apart</a:t>
            </a:r>
            <a:r>
              <a:rPr lang="fr-BE" b="1"/>
              <a:t> logo.png</a:t>
            </a:r>
            <a:r>
              <a:rPr lang="fr-BE"/>
              <a:t> </a:t>
            </a:r>
            <a:r>
              <a:rPr lang="fr-BE" err="1"/>
              <a:t>meer</a:t>
            </a:r>
            <a:r>
              <a:rPr lang="fr-BE"/>
              <a:t> </a:t>
            </a:r>
            <a:r>
              <a:rPr lang="fr-BE" err="1"/>
              <a:t>nodig</a:t>
            </a:r>
            <a:r>
              <a:rPr lang="fr-BE"/>
              <a:t> </a:t>
            </a:r>
            <a:r>
              <a:rPr lang="fr-BE" err="1"/>
              <a:t>bij</a:t>
            </a:r>
            <a:r>
              <a:rPr lang="fr-BE"/>
              <a:t> </a:t>
            </a:r>
            <a:r>
              <a:rPr lang="fr-BE" err="1"/>
              <a:t>deployment</a:t>
            </a:r>
            <a:r>
              <a:rPr lang="fr-BE"/>
              <a:t>.</a:t>
            </a:r>
          </a:p>
          <a:p>
            <a:br>
              <a:rPr lang="fr-BE"/>
            </a:br>
            <a:endParaRPr lang="fr-BE"/>
          </a:p>
          <a:p>
            <a:r>
              <a:rPr lang="en-BE" b="1"/>
              <a:t>📌 </a:t>
            </a:r>
            <a:r>
              <a:rPr lang="fr-BE" b="1" err="1"/>
              <a:t>Wanneer</a:t>
            </a:r>
            <a:r>
              <a:rPr lang="fr-BE" b="1"/>
              <a:t> </a:t>
            </a:r>
            <a:r>
              <a:rPr lang="fr-BE" b="1" err="1"/>
              <a:t>handig</a:t>
            </a:r>
            <a:r>
              <a:rPr lang="fr-BE" b="1"/>
              <a:t>?</a:t>
            </a:r>
          </a:p>
          <a:p>
            <a:r>
              <a:rPr lang="fr-BE" err="1"/>
              <a:t>Kleine</a:t>
            </a:r>
            <a:r>
              <a:rPr lang="fr-BE"/>
              <a:t> </a:t>
            </a:r>
            <a:r>
              <a:rPr lang="fr-BE" err="1"/>
              <a:t>afbeeldingen</a:t>
            </a:r>
            <a:r>
              <a:rPr lang="fr-BE"/>
              <a:t> (</a:t>
            </a:r>
            <a:r>
              <a:rPr lang="fr-BE" err="1"/>
              <a:t>icons</a:t>
            </a:r>
            <a:r>
              <a:rPr lang="fr-BE"/>
              <a:t>, logos, </a:t>
            </a:r>
            <a:r>
              <a:rPr lang="fr-BE" err="1"/>
              <a:t>svg’s</a:t>
            </a:r>
            <a:r>
              <a:rPr lang="fr-BE"/>
              <a:t>).</a:t>
            </a:r>
          </a:p>
          <a:p>
            <a:r>
              <a:rPr lang="fr-BE" err="1"/>
              <a:t>Vermijden</a:t>
            </a:r>
            <a:r>
              <a:rPr lang="fr-BE"/>
              <a:t> van extra HTTP </a:t>
            </a:r>
            <a:r>
              <a:rPr lang="fr-BE" err="1"/>
              <a:t>requests</a:t>
            </a:r>
            <a:r>
              <a:rPr lang="fr-BE"/>
              <a:t>.</a:t>
            </a:r>
          </a:p>
          <a:p>
            <a:r>
              <a:rPr lang="fr-BE" err="1"/>
              <a:t>Snellere</a:t>
            </a:r>
            <a:r>
              <a:rPr lang="fr-BE"/>
              <a:t> </a:t>
            </a:r>
            <a:r>
              <a:rPr lang="fr-BE" err="1"/>
              <a:t>delivery</a:t>
            </a:r>
            <a:r>
              <a:rPr lang="fr-BE"/>
              <a:t>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simpele</a:t>
            </a:r>
            <a:r>
              <a:rPr lang="fr-BE"/>
              <a:t> </a:t>
            </a:r>
            <a:r>
              <a:rPr lang="fr-BE" err="1"/>
              <a:t>static</a:t>
            </a:r>
            <a:r>
              <a:rPr lang="fr-BE"/>
              <a:t> sites.</a:t>
            </a:r>
          </a:p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89976-442D-B00D-EF24-7DBEB4984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245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 err="1"/>
              <a:t>Transpilers</a:t>
            </a:r>
            <a:r>
              <a:rPr lang="en-BE"/>
              <a:t> </a:t>
            </a:r>
            <a:r>
              <a:rPr lang="en-BE" err="1"/>
              <a:t>zetten</a:t>
            </a:r>
            <a:r>
              <a:rPr lang="en-BE"/>
              <a:t> </a:t>
            </a:r>
            <a:r>
              <a:rPr lang="en-BE" err="1"/>
              <a:t>moderne</a:t>
            </a:r>
            <a:r>
              <a:rPr lang="en-BE"/>
              <a:t> </a:t>
            </a:r>
            <a:r>
              <a:rPr lang="en-BE" err="1"/>
              <a:t>broncode</a:t>
            </a:r>
            <a:r>
              <a:rPr lang="en-BE"/>
              <a:t> om </a:t>
            </a:r>
            <a:r>
              <a:rPr lang="en-BE" err="1"/>
              <a:t>naar</a:t>
            </a:r>
            <a:r>
              <a:rPr lang="en-BE"/>
              <a:t> </a:t>
            </a:r>
            <a:r>
              <a:rPr lang="en-BE" err="1"/>
              <a:t>oudere</a:t>
            </a:r>
            <a:r>
              <a:rPr lang="en-BE"/>
              <a:t> </a:t>
            </a:r>
            <a:r>
              <a:rPr lang="en-BE" err="1"/>
              <a:t>versies</a:t>
            </a:r>
            <a:r>
              <a:rPr lang="en-BE"/>
              <a:t> die in </a:t>
            </a:r>
            <a:r>
              <a:rPr lang="en-BE" err="1"/>
              <a:t>meer</a:t>
            </a:r>
            <a:r>
              <a:rPr lang="en-BE"/>
              <a:t> browsers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omgevingen</a:t>
            </a:r>
            <a:r>
              <a:rPr lang="en-BE"/>
              <a:t> </a:t>
            </a:r>
            <a:r>
              <a:rPr lang="en-BE" err="1"/>
              <a:t>werken</a:t>
            </a:r>
            <a:r>
              <a:rPr lang="en-BE"/>
              <a:t>. Dit </a:t>
            </a:r>
            <a:r>
              <a:rPr lang="en-BE" err="1"/>
              <a:t>zorgt</a:t>
            </a:r>
            <a:r>
              <a:rPr lang="en-BE"/>
              <a:t> </a:t>
            </a:r>
            <a:r>
              <a:rPr lang="en-BE" err="1"/>
              <a:t>voor</a:t>
            </a:r>
            <a:r>
              <a:rPr lang="en-BE"/>
              <a:t> </a:t>
            </a:r>
            <a:r>
              <a:rPr lang="en-BE" err="1"/>
              <a:t>bredere</a:t>
            </a:r>
            <a:r>
              <a:rPr lang="en-BE"/>
              <a:t> </a:t>
            </a:r>
            <a:r>
              <a:rPr lang="en-BE" err="1"/>
              <a:t>compatibiliteit</a:t>
            </a:r>
            <a:r>
              <a:rPr lang="en-BE"/>
              <a:t> </a:t>
            </a:r>
            <a:r>
              <a:rPr lang="en-BE" err="1"/>
              <a:t>zonder</a:t>
            </a:r>
            <a:r>
              <a:rPr lang="en-BE"/>
              <a:t> </a:t>
            </a:r>
            <a:r>
              <a:rPr lang="en-BE" err="1"/>
              <a:t>concessies</a:t>
            </a:r>
            <a:r>
              <a:rPr lang="en-BE"/>
              <a:t> </a:t>
            </a:r>
            <a:r>
              <a:rPr lang="en-BE" err="1"/>
              <a:t>aan</a:t>
            </a:r>
            <a:r>
              <a:rPr lang="en-BE"/>
              <a:t> </a:t>
            </a:r>
            <a:r>
              <a:rPr lang="en-BE" err="1"/>
              <a:t>moderne</a:t>
            </a:r>
            <a:r>
              <a:rPr lang="en-BE"/>
              <a:t> features.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8434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Een </a:t>
            </a:r>
            <a:r>
              <a:rPr lang="en-BE" err="1"/>
              <a:t>transpiler</a:t>
            </a:r>
            <a:r>
              <a:rPr lang="en-BE"/>
              <a:t> </a:t>
            </a:r>
            <a:r>
              <a:rPr lang="en-BE" err="1"/>
              <a:t>vertaalt</a:t>
            </a:r>
            <a:r>
              <a:rPr lang="en-BE"/>
              <a:t> code van </a:t>
            </a:r>
            <a:r>
              <a:rPr lang="en-BE" err="1"/>
              <a:t>een</a:t>
            </a:r>
            <a:r>
              <a:rPr lang="en-BE"/>
              <a:t> </a:t>
            </a:r>
            <a:r>
              <a:rPr lang="en-BE" err="1"/>
              <a:t>nieuwere</a:t>
            </a:r>
            <a:r>
              <a:rPr lang="en-BE"/>
              <a:t> </a:t>
            </a:r>
            <a:r>
              <a:rPr lang="en-BE" err="1"/>
              <a:t>taalversie</a:t>
            </a:r>
            <a:r>
              <a:rPr lang="en-BE"/>
              <a:t> of syntaxis </a:t>
            </a:r>
            <a:r>
              <a:rPr lang="en-BE" err="1"/>
              <a:t>naar</a:t>
            </a:r>
            <a:r>
              <a:rPr lang="en-BE"/>
              <a:t> </a:t>
            </a:r>
            <a:r>
              <a:rPr lang="en-BE" err="1"/>
              <a:t>een</a:t>
            </a:r>
            <a:r>
              <a:rPr lang="en-BE"/>
              <a:t> </a:t>
            </a:r>
            <a:r>
              <a:rPr lang="en-BE" err="1"/>
              <a:t>oudere</a:t>
            </a:r>
            <a:r>
              <a:rPr lang="en-BE"/>
              <a:t>, </a:t>
            </a:r>
            <a:r>
              <a:rPr lang="en-BE" err="1"/>
              <a:t>bijvoorbeeld</a:t>
            </a:r>
            <a:r>
              <a:rPr lang="en-BE"/>
              <a:t> ES6+ </a:t>
            </a:r>
            <a:r>
              <a:rPr lang="en-BE" err="1"/>
              <a:t>naar</a:t>
            </a:r>
            <a:r>
              <a:rPr lang="en-BE"/>
              <a:t> ES5. Dit </a:t>
            </a:r>
            <a:r>
              <a:rPr lang="en-BE" err="1"/>
              <a:t>maakt</a:t>
            </a:r>
            <a:r>
              <a:rPr lang="en-BE"/>
              <a:t> </a:t>
            </a:r>
            <a:r>
              <a:rPr lang="en-BE" err="1"/>
              <a:t>gebruik</a:t>
            </a:r>
            <a:r>
              <a:rPr lang="en-BE"/>
              <a:t> van </a:t>
            </a:r>
            <a:r>
              <a:rPr lang="en-BE" err="1"/>
              <a:t>moderne</a:t>
            </a:r>
            <a:r>
              <a:rPr lang="en-BE"/>
              <a:t> syntax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functies</a:t>
            </a:r>
            <a:r>
              <a:rPr lang="en-BE"/>
              <a:t> </a:t>
            </a:r>
            <a:r>
              <a:rPr lang="en-BE" err="1"/>
              <a:t>mogelijk</a:t>
            </a:r>
            <a:r>
              <a:rPr lang="en-BE"/>
              <a:t> </a:t>
            </a:r>
            <a:r>
              <a:rPr lang="en-BE" err="1"/>
              <a:t>zonder</a:t>
            </a:r>
            <a:r>
              <a:rPr lang="en-BE"/>
              <a:t> </a:t>
            </a:r>
            <a:r>
              <a:rPr lang="en-BE" err="1"/>
              <a:t>compatibiliteitsproblemen</a:t>
            </a:r>
            <a:r>
              <a:rPr lang="en-BE"/>
              <a:t>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22187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556EC-5CDC-8F3F-0AF4-3BA35D327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5C0A1-B0A5-7903-47BF-4B0903BE7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F39F1-3688-D11C-0433-58586DE66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Babel </a:t>
            </a:r>
            <a:r>
              <a:rPr lang="en-BE" err="1"/>
              <a:t>transpileert</a:t>
            </a:r>
            <a:r>
              <a:rPr lang="en-BE"/>
              <a:t> </a:t>
            </a:r>
            <a:r>
              <a:rPr lang="en-BE" err="1"/>
              <a:t>moderne</a:t>
            </a:r>
            <a:r>
              <a:rPr lang="en-BE"/>
              <a:t> JavaScript </a:t>
            </a:r>
            <a:r>
              <a:rPr lang="en-BE" err="1"/>
              <a:t>naar</a:t>
            </a:r>
            <a:r>
              <a:rPr lang="en-BE"/>
              <a:t> </a:t>
            </a:r>
            <a:r>
              <a:rPr lang="en-BE" err="1"/>
              <a:t>compatibele</a:t>
            </a:r>
            <a:r>
              <a:rPr lang="en-BE"/>
              <a:t> </a:t>
            </a:r>
            <a:r>
              <a:rPr lang="en-BE" err="1"/>
              <a:t>versies</a:t>
            </a:r>
            <a:r>
              <a:rPr lang="en-BE"/>
              <a:t>, </a:t>
            </a:r>
            <a:r>
              <a:rPr lang="en-BE" err="1"/>
              <a:t>terwijl</a:t>
            </a:r>
            <a:r>
              <a:rPr lang="en-BE"/>
              <a:t> TypeScript </a:t>
            </a:r>
            <a:r>
              <a:rPr lang="en-BE" err="1"/>
              <a:t>ook</a:t>
            </a:r>
            <a:r>
              <a:rPr lang="en-BE"/>
              <a:t> type-checking </a:t>
            </a:r>
            <a:r>
              <a:rPr lang="en-BE" err="1"/>
              <a:t>en</a:t>
            </a:r>
            <a:r>
              <a:rPr lang="en-BE"/>
              <a:t> extra </a:t>
            </a:r>
            <a:r>
              <a:rPr lang="en-BE" err="1"/>
              <a:t>functionaliteiten</a:t>
            </a:r>
            <a:r>
              <a:rPr lang="en-BE"/>
              <a:t> </a:t>
            </a:r>
            <a:r>
              <a:rPr lang="en-BE" err="1"/>
              <a:t>biedt</a:t>
            </a:r>
            <a:r>
              <a:rPr lang="en-BE"/>
              <a:t> door </a:t>
            </a:r>
            <a:r>
              <a:rPr lang="en-BE" err="1"/>
              <a:t>bovenop</a:t>
            </a:r>
            <a:r>
              <a:rPr lang="en-BE"/>
              <a:t> JavaScript </a:t>
            </a:r>
            <a:r>
              <a:rPr lang="en-BE" err="1"/>
              <a:t>te</a:t>
            </a:r>
            <a:r>
              <a:rPr lang="en-BE"/>
              <a:t> </a:t>
            </a:r>
            <a:r>
              <a:rPr lang="en-BE" err="1"/>
              <a:t>bouwen</a:t>
            </a:r>
            <a:r>
              <a:rPr lang="en-BE"/>
              <a:t>.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4E650-9379-9639-5F76-8E372F30D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4512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8641-79A8-3556-965C-954BD5B0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44BE3-4129-77E5-2C07-2BEFFFD78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4CD98-583A-5F5B-B388-11A9E085F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b="1"/>
              <a:t>📂 </a:t>
            </a:r>
            <a:r>
              <a:rPr lang="fr-BE" b="1" err="1"/>
              <a:t>Projectstructuur</a:t>
            </a:r>
            <a:endParaRPr lang="fr-BE" b="1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esbuild-demo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├─ src/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│   ├─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│   └─ logo.png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├─ build.js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├─ index.html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└─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package.json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br>
              <a:rPr lang="fr-BE"/>
            </a:br>
            <a:endParaRPr lang="fr-BE"/>
          </a:p>
          <a:p>
            <a:r>
              <a:rPr lang="fr-BE" b="1"/>
              <a:t>1. </a:t>
            </a:r>
            <a:r>
              <a:rPr lang="fr-BE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package.json</a:t>
            </a:r>
            <a:endParaRPr lang="fr-BE" b="1"/>
          </a:p>
          <a:p>
            <a:r>
              <a:rPr lang="fr-BE"/>
              <a:t>Na </a:t>
            </a:r>
            <a:r>
              <a:rPr lang="fr-BE" err="1"/>
              <a:t>initialisatie</a:t>
            </a:r>
            <a:r>
              <a:rPr lang="fr-BE"/>
              <a:t> 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init -y</a:t>
            </a:r>
            <a:r>
              <a:rPr lang="fr-BE"/>
              <a:t>) en </a:t>
            </a:r>
            <a:r>
              <a:rPr lang="fr-BE" err="1"/>
              <a:t>installatie</a:t>
            </a:r>
            <a:r>
              <a:rPr lang="fr-BE"/>
              <a:t>: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-dev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@babel/core @babel/preset-env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-plugin-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babel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package.json</a:t>
            </a:r>
            <a:r>
              <a:rPr lang="fr-BE"/>
              <a:t> (scripts):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esbuild-demo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"version": "1.0.0",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"scripts":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build.js"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devDependencies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"^0.24.0",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"^5.0.0",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"@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babel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"^7.23.0",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"@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babel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preset-env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"^7.23.0",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-plugin-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babel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"^0.2.3"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2. </a:t>
            </a:r>
            <a:r>
              <a:rPr lang="fr-BE" b="1" err="1"/>
              <a:t>TypeScript</a:t>
            </a:r>
            <a:r>
              <a:rPr lang="fr-BE" b="1"/>
              <a:t> code (</a:t>
            </a:r>
            <a:r>
              <a:rPr lang="fr-BE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src/</a:t>
            </a:r>
            <a:r>
              <a:rPr lang="fr-BE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r>
              <a:rPr lang="fr-BE" b="1"/>
              <a:t>)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logo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"./logo.png";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string): string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return `Hello, ${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}!`;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document.body.innerHTML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`&lt;h1&gt;${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Babel +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")}&lt;/h1&gt;`;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logo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via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dataurl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loader)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document.createElement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img.src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logo;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document.body.appendChild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3. </a:t>
            </a:r>
            <a:r>
              <a:rPr lang="fr-BE" b="1" err="1"/>
              <a:t>esbuild</a:t>
            </a:r>
            <a:r>
              <a:rPr lang="fr-BE" b="1"/>
              <a:t> config met Babel (</a:t>
            </a:r>
            <a:r>
              <a:rPr lang="fr-BE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build.js</a:t>
            </a:r>
            <a:r>
              <a:rPr lang="fr-BE" b="1"/>
              <a:t>)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babel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-plugin-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babel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entryPoints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["src/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"],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bundle: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outdir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sourcemap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loader: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".png":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dataurl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  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URL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plugins: [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babel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config: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["@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babel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preset-env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"], // transpile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naar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oudere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browsers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}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})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platform: "browser",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["es2017"], 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transpile-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}).catch(() =&gt;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process.exit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(1));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4. HTML-</a:t>
            </a:r>
            <a:r>
              <a:rPr lang="fr-BE" b="1" err="1"/>
              <a:t>bestand</a:t>
            </a:r>
            <a:r>
              <a:rPr lang="fr-BE" b="1"/>
              <a:t> (</a:t>
            </a:r>
            <a:r>
              <a:rPr lang="fr-BE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index.html</a:t>
            </a:r>
            <a:r>
              <a:rPr lang="fr-BE" b="1"/>
              <a:t>)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&lt;!DOCTYPE html&gt;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&lt;html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="en"&gt;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charset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="UTF-8"&gt;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TS + Babel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&lt;body&gt;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&lt;script src="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/index.js"&gt;&lt;/script&gt;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&lt;/body&gt;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&lt;/html&gt;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5. </a:t>
            </a:r>
            <a:r>
              <a:rPr lang="fr-BE" b="1" err="1"/>
              <a:t>Runnen</a:t>
            </a:r>
            <a:endParaRPr lang="fr-BE" b="1"/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BE"/>
              <a:t>Open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index.html</a:t>
            </a:r>
            <a:r>
              <a:rPr lang="fr-BE"/>
              <a:t> in de browser → je </a:t>
            </a:r>
            <a:r>
              <a:rPr lang="fr-BE" err="1"/>
              <a:t>ziet</a:t>
            </a:r>
            <a:r>
              <a:rPr lang="fr-BE"/>
              <a:t> de </a:t>
            </a:r>
            <a:r>
              <a:rPr lang="fr-BE" err="1"/>
              <a:t>begroeting</a:t>
            </a:r>
            <a:r>
              <a:rPr lang="fr-BE"/>
              <a:t> + logo (</a:t>
            </a:r>
            <a:r>
              <a:rPr lang="fr-BE" err="1"/>
              <a:t>inline</a:t>
            </a:r>
            <a:r>
              <a:rPr lang="fr-BE"/>
              <a:t> via Data URL).</a:t>
            </a:r>
          </a:p>
          <a:p>
            <a:br>
              <a:rPr lang="fr-BE"/>
            </a:br>
            <a:endParaRPr lang="fr-BE"/>
          </a:p>
          <a:p>
            <a:r>
              <a:rPr lang="en-BE" b="1"/>
              <a:t>🔎 </a:t>
            </a:r>
            <a:r>
              <a:rPr lang="fr-BE" b="1"/>
              <a:t>Analyse (</a:t>
            </a:r>
            <a:r>
              <a:rPr lang="fr-BE" b="1" err="1"/>
              <a:t>wat</a:t>
            </a:r>
            <a:r>
              <a:rPr lang="fr-BE" b="1"/>
              <a:t> de </a:t>
            </a:r>
            <a:r>
              <a:rPr lang="fr-BE" b="1" err="1"/>
              <a:t>student</a:t>
            </a:r>
            <a:r>
              <a:rPr lang="fr-BE" b="1"/>
              <a:t> </a:t>
            </a:r>
            <a:r>
              <a:rPr lang="fr-BE" b="1" err="1"/>
              <a:t>moet</a:t>
            </a:r>
            <a:r>
              <a:rPr lang="fr-BE" b="1"/>
              <a:t> </a:t>
            </a:r>
            <a:r>
              <a:rPr lang="fr-BE" b="1" err="1"/>
              <a:t>onderzoeken</a:t>
            </a:r>
            <a:r>
              <a:rPr lang="fr-BE" b="1"/>
              <a:t>)</a:t>
            </a:r>
          </a:p>
          <a:p>
            <a:r>
              <a:rPr lang="fr-BE" b="1" err="1"/>
              <a:t>TypeScript</a:t>
            </a:r>
            <a:r>
              <a:rPr lang="fr-BE"/>
              <a:t> → </a:t>
            </a:r>
            <a:r>
              <a:rPr lang="fr-BE" err="1"/>
              <a:t>omgezet</a:t>
            </a:r>
            <a:r>
              <a:rPr lang="fr-BE"/>
              <a:t> </a:t>
            </a:r>
            <a:r>
              <a:rPr lang="fr-BE" err="1"/>
              <a:t>naar</a:t>
            </a:r>
            <a:r>
              <a:rPr lang="fr-BE"/>
              <a:t> JavaScript </a:t>
            </a:r>
            <a:r>
              <a:rPr lang="fr-BE" err="1"/>
              <a:t>door</a:t>
            </a:r>
            <a:r>
              <a:rPr lang="fr-BE"/>
              <a:t> </a:t>
            </a:r>
            <a:r>
              <a:rPr lang="fr-BE" err="1"/>
              <a:t>esbuild</a:t>
            </a:r>
            <a:r>
              <a:rPr lang="fr-BE"/>
              <a:t>.</a:t>
            </a:r>
          </a:p>
          <a:p>
            <a:r>
              <a:rPr lang="fr-BE" b="1"/>
              <a:t>Babel plugin</a:t>
            </a:r>
            <a:r>
              <a:rPr lang="fr-BE"/>
              <a:t> → extra </a:t>
            </a:r>
            <a:r>
              <a:rPr lang="fr-BE" err="1"/>
              <a:t>transpilatiestap</a:t>
            </a:r>
            <a:r>
              <a:rPr lang="fr-BE"/>
              <a:t>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compatibiliteit</a:t>
            </a:r>
            <a:r>
              <a:rPr lang="fr-BE"/>
              <a:t> (</a:t>
            </a:r>
            <a:r>
              <a:rPr lang="fr-BE" err="1"/>
              <a:t>bv</a:t>
            </a:r>
            <a:r>
              <a:rPr lang="fr-BE"/>
              <a:t>. </a:t>
            </a:r>
            <a:r>
              <a:rPr lang="fr-BE" err="1"/>
              <a:t>oudere</a:t>
            </a:r>
            <a:r>
              <a:rPr lang="fr-BE"/>
              <a:t> browsers).</a:t>
            </a:r>
          </a:p>
          <a:p>
            <a:r>
              <a:rPr lang="fr-BE" b="1" err="1"/>
              <a:t>DataURL</a:t>
            </a:r>
            <a:r>
              <a:rPr lang="fr-BE" b="1"/>
              <a:t> loader</a:t>
            </a:r>
            <a:r>
              <a:rPr lang="fr-BE"/>
              <a:t> → logo.png </a:t>
            </a:r>
            <a:r>
              <a:rPr lang="fr-BE" err="1"/>
              <a:t>wordt</a:t>
            </a:r>
            <a:r>
              <a:rPr lang="fr-BE"/>
              <a:t> </a:t>
            </a:r>
            <a:r>
              <a:rPr lang="fr-BE" err="1"/>
              <a:t>inline</a:t>
            </a:r>
            <a:r>
              <a:rPr lang="fr-BE"/>
              <a:t> </a:t>
            </a:r>
            <a:r>
              <a:rPr lang="fr-BE" err="1"/>
              <a:t>opgenomen</a:t>
            </a:r>
            <a:r>
              <a:rPr lang="fr-BE"/>
              <a:t> </a:t>
            </a:r>
            <a:r>
              <a:rPr lang="fr-BE" err="1"/>
              <a:t>als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lange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data:image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/png;base64,...</a:t>
            </a:r>
            <a:r>
              <a:rPr lang="fr-BE"/>
              <a:t> string in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/index.js</a:t>
            </a:r>
            <a:r>
              <a:rPr lang="fr-BE"/>
              <a:t>.</a:t>
            </a:r>
          </a:p>
          <a:p>
            <a:r>
              <a:rPr lang="fr-BE" b="1"/>
              <a:t>Pipeline</a:t>
            </a:r>
            <a:r>
              <a:rPr lang="fr-BE"/>
              <a:t> →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Babel →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bundel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inclusief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fr-BE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25F19-7396-690F-5E5F-942C481E6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75576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Dev servers </a:t>
            </a:r>
            <a:r>
              <a:rPr lang="en-BE" err="1"/>
              <a:t>versnellen</a:t>
            </a:r>
            <a:r>
              <a:rPr lang="en-BE"/>
              <a:t> het </a:t>
            </a:r>
            <a:r>
              <a:rPr lang="en-BE" err="1"/>
              <a:t>ontwikkelproces</a:t>
            </a:r>
            <a:r>
              <a:rPr lang="en-BE"/>
              <a:t> door </a:t>
            </a:r>
            <a:r>
              <a:rPr lang="en-BE" err="1"/>
              <a:t>directe</a:t>
            </a:r>
            <a:r>
              <a:rPr lang="en-BE"/>
              <a:t> feedback </a:t>
            </a:r>
            <a:r>
              <a:rPr lang="en-BE" err="1"/>
              <a:t>te</a:t>
            </a:r>
            <a:r>
              <a:rPr lang="en-BE"/>
              <a:t> </a:t>
            </a:r>
            <a:r>
              <a:rPr lang="en-BE" err="1"/>
              <a:t>geven</a:t>
            </a:r>
            <a:r>
              <a:rPr lang="en-BE"/>
              <a:t> </a:t>
            </a:r>
            <a:r>
              <a:rPr lang="en-BE" err="1"/>
              <a:t>bij</a:t>
            </a:r>
            <a:r>
              <a:rPr lang="en-BE"/>
              <a:t> </a:t>
            </a:r>
            <a:r>
              <a:rPr lang="en-BE" err="1"/>
              <a:t>codewijzigingen</a:t>
            </a:r>
            <a:r>
              <a:rPr lang="en-BE"/>
              <a:t>. Ze </a:t>
            </a:r>
            <a:r>
              <a:rPr lang="en-BE" err="1"/>
              <a:t>ondersteunen</a:t>
            </a:r>
            <a:r>
              <a:rPr lang="en-BE"/>
              <a:t> live reload </a:t>
            </a:r>
            <a:r>
              <a:rPr lang="en-BE" err="1"/>
              <a:t>en</a:t>
            </a:r>
            <a:r>
              <a:rPr lang="en-BE"/>
              <a:t> hot module replacement </a:t>
            </a:r>
            <a:r>
              <a:rPr lang="en-BE" err="1"/>
              <a:t>voor</a:t>
            </a:r>
            <a:r>
              <a:rPr lang="en-BE"/>
              <a:t> </a:t>
            </a:r>
            <a:r>
              <a:rPr lang="en-BE" err="1"/>
              <a:t>een</a:t>
            </a:r>
            <a:r>
              <a:rPr lang="en-BE"/>
              <a:t> </a:t>
            </a:r>
            <a:r>
              <a:rPr lang="en-BE" err="1"/>
              <a:t>soepele</a:t>
            </a:r>
            <a:r>
              <a:rPr lang="en-BE"/>
              <a:t> workflow.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20417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Een dev server </a:t>
            </a:r>
            <a:r>
              <a:rPr lang="en-BE" err="1"/>
              <a:t>verlaagt</a:t>
            </a:r>
            <a:r>
              <a:rPr lang="en-BE"/>
              <a:t> de </a:t>
            </a:r>
            <a:r>
              <a:rPr lang="en-BE" err="1"/>
              <a:t>wachttijd</a:t>
            </a:r>
            <a:r>
              <a:rPr lang="en-BE"/>
              <a:t> </a:t>
            </a:r>
            <a:r>
              <a:rPr lang="en-BE" err="1"/>
              <a:t>tussen</a:t>
            </a:r>
            <a:r>
              <a:rPr lang="en-BE"/>
              <a:t> het </a:t>
            </a:r>
            <a:r>
              <a:rPr lang="en-BE" err="1"/>
              <a:t>aanbrengen</a:t>
            </a:r>
            <a:r>
              <a:rPr lang="en-BE"/>
              <a:t> van </a:t>
            </a:r>
            <a:r>
              <a:rPr lang="en-BE" err="1"/>
              <a:t>wijzigingen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het </a:t>
            </a:r>
            <a:r>
              <a:rPr lang="en-BE" err="1"/>
              <a:t>zien</a:t>
            </a:r>
            <a:r>
              <a:rPr lang="en-BE"/>
              <a:t> van het </a:t>
            </a:r>
            <a:r>
              <a:rPr lang="en-BE" err="1"/>
              <a:t>resultaat</a:t>
            </a:r>
            <a:r>
              <a:rPr lang="en-BE"/>
              <a:t>, wat de </a:t>
            </a:r>
            <a:r>
              <a:rPr lang="en-BE" err="1"/>
              <a:t>productiviteit</a:t>
            </a:r>
            <a:r>
              <a:rPr lang="en-BE"/>
              <a:t> </a:t>
            </a:r>
            <a:r>
              <a:rPr lang="en-BE" err="1"/>
              <a:t>verhoogt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snelle</a:t>
            </a:r>
            <a:r>
              <a:rPr lang="en-BE"/>
              <a:t> </a:t>
            </a:r>
            <a:r>
              <a:rPr lang="en-BE" err="1"/>
              <a:t>foutopsporing</a:t>
            </a:r>
            <a:r>
              <a:rPr lang="en-BE"/>
              <a:t> </a:t>
            </a:r>
            <a:r>
              <a:rPr lang="en-BE" err="1"/>
              <a:t>mogelijk</a:t>
            </a:r>
            <a:r>
              <a:rPr lang="en-BE"/>
              <a:t> </a:t>
            </a:r>
            <a:r>
              <a:rPr lang="en-BE" err="1"/>
              <a:t>maakt</a:t>
            </a:r>
            <a:r>
              <a:rPr lang="en-BE"/>
              <a:t>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44112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25CB-D1A4-C2EE-12FC-D0CCF232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D8D5E-5FEC-E507-129B-5AA2C769E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854FC-C2C8-9F68-61DA-6F3B8B725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Live reload </a:t>
            </a:r>
            <a:r>
              <a:rPr lang="en-BE" err="1"/>
              <a:t>herlaadt</a:t>
            </a:r>
            <a:r>
              <a:rPr lang="en-BE"/>
              <a:t> de </a:t>
            </a:r>
            <a:r>
              <a:rPr lang="en-BE" err="1"/>
              <a:t>pagina</a:t>
            </a:r>
            <a:r>
              <a:rPr lang="en-BE"/>
              <a:t> </a:t>
            </a:r>
            <a:r>
              <a:rPr lang="en-BE" err="1"/>
              <a:t>automatisch</a:t>
            </a:r>
            <a:r>
              <a:rPr lang="en-BE"/>
              <a:t> </a:t>
            </a:r>
            <a:r>
              <a:rPr lang="en-BE" err="1"/>
              <a:t>bij</a:t>
            </a:r>
            <a:r>
              <a:rPr lang="en-BE"/>
              <a:t> </a:t>
            </a:r>
            <a:r>
              <a:rPr lang="en-BE" err="1"/>
              <a:t>veranderingen</a:t>
            </a:r>
            <a:r>
              <a:rPr lang="en-BE"/>
              <a:t>, </a:t>
            </a:r>
            <a:r>
              <a:rPr lang="en-BE" err="1"/>
              <a:t>terwijl</a:t>
            </a:r>
            <a:r>
              <a:rPr lang="en-BE"/>
              <a:t> hot module replacement </a:t>
            </a:r>
            <a:r>
              <a:rPr lang="en-BE" err="1"/>
              <a:t>alleen</a:t>
            </a:r>
            <a:r>
              <a:rPr lang="en-BE"/>
              <a:t> </a:t>
            </a:r>
            <a:r>
              <a:rPr lang="en-BE" err="1"/>
              <a:t>gewijzigde</a:t>
            </a:r>
            <a:r>
              <a:rPr lang="en-BE"/>
              <a:t> modules </a:t>
            </a:r>
            <a:r>
              <a:rPr lang="en-BE" err="1"/>
              <a:t>bijwerkt</a:t>
            </a:r>
            <a:r>
              <a:rPr lang="en-BE"/>
              <a:t> </a:t>
            </a:r>
            <a:r>
              <a:rPr lang="en-BE" err="1"/>
              <a:t>zonder</a:t>
            </a:r>
            <a:r>
              <a:rPr lang="en-BE"/>
              <a:t> </a:t>
            </a:r>
            <a:r>
              <a:rPr lang="en-BE" err="1"/>
              <a:t>volledige</a:t>
            </a:r>
            <a:r>
              <a:rPr lang="en-BE"/>
              <a:t> reload. Dit </a:t>
            </a:r>
            <a:r>
              <a:rPr lang="en-BE" err="1"/>
              <a:t>maakt</a:t>
            </a:r>
            <a:r>
              <a:rPr lang="en-BE"/>
              <a:t> </a:t>
            </a:r>
            <a:r>
              <a:rPr lang="en-BE" err="1"/>
              <a:t>ontwikkeling</a:t>
            </a:r>
            <a:r>
              <a:rPr lang="en-BE"/>
              <a:t> </a:t>
            </a:r>
            <a:r>
              <a:rPr lang="en-BE" err="1"/>
              <a:t>sneller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intuïtiever</a:t>
            </a:r>
            <a:r>
              <a:rPr lang="en-BE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7EEFC-DC69-186D-BBAD-2EEC588EA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755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D1B3-F53D-3968-6651-B571FF72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C69D9-D024-1570-ED04-2DF840177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FD639-21C4-81F9-045F-9F2F68237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0BF83-12A5-6827-C0DB-A7B496A75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65598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5292F-D165-E526-1F12-C8DFACAE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74FEAC-4A5C-D420-364F-F9DE7EFB4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3AFBA-4FFF-3C11-24CA-4E47D28DC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Het </a:t>
            </a:r>
            <a:r>
              <a:rPr lang="fr-BE" err="1"/>
              <a:t>mooie</a:t>
            </a:r>
            <a:r>
              <a:rPr lang="fr-BE"/>
              <a:t> </a:t>
            </a:r>
            <a:r>
              <a:rPr lang="fr-BE" err="1"/>
              <a:t>is</a:t>
            </a:r>
            <a:r>
              <a:rPr lang="fr-BE"/>
              <a:t> </a:t>
            </a:r>
            <a:r>
              <a:rPr lang="fr-BE" err="1"/>
              <a:t>dat</a:t>
            </a:r>
            <a:r>
              <a:rPr lang="fr-BE"/>
              <a:t> </a:t>
            </a:r>
            <a:r>
              <a:rPr lang="fr-BE" b="1"/>
              <a:t>Vite </a:t>
            </a:r>
            <a:r>
              <a:rPr lang="fr-BE" b="1" err="1"/>
              <a:t>intern</a:t>
            </a:r>
            <a:r>
              <a:rPr lang="fr-BE" b="1"/>
              <a:t> </a:t>
            </a:r>
            <a:r>
              <a:rPr lang="fr-BE" b="1" err="1"/>
              <a:t>esbuild</a:t>
            </a:r>
            <a:r>
              <a:rPr lang="fr-BE" b="1"/>
              <a:t> </a:t>
            </a:r>
            <a:r>
              <a:rPr lang="fr-BE" b="1" err="1"/>
              <a:t>gebruikt</a:t>
            </a:r>
            <a:r>
              <a:rPr lang="fr-BE"/>
              <a:t>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transpilen</a:t>
            </a:r>
            <a:r>
              <a:rPr lang="fr-BE"/>
              <a:t>, dus je </a:t>
            </a:r>
            <a:r>
              <a:rPr lang="fr-BE" err="1"/>
              <a:t>verliest</a:t>
            </a:r>
            <a:r>
              <a:rPr lang="fr-BE"/>
              <a:t> </a:t>
            </a:r>
            <a:r>
              <a:rPr lang="fr-BE" err="1"/>
              <a:t>geen</a:t>
            </a:r>
            <a:r>
              <a:rPr lang="fr-BE"/>
              <a:t> </a:t>
            </a:r>
            <a:r>
              <a:rPr lang="fr-BE" err="1"/>
              <a:t>snelheid</a:t>
            </a:r>
            <a:r>
              <a:rPr lang="fr-BE"/>
              <a:t>.</a:t>
            </a:r>
            <a:br>
              <a:rPr lang="fr-BE"/>
            </a:br>
            <a:r>
              <a:rPr lang="fr-BE" err="1"/>
              <a:t>We</a:t>
            </a:r>
            <a:r>
              <a:rPr lang="fr-BE"/>
              <a:t> </a:t>
            </a:r>
            <a:r>
              <a:rPr lang="fr-BE" err="1"/>
              <a:t>houden</a:t>
            </a:r>
            <a:r>
              <a:rPr lang="fr-BE"/>
              <a:t> </a:t>
            </a:r>
            <a:r>
              <a:rPr lang="fr-BE" b="1" err="1"/>
              <a:t>TypeScript</a:t>
            </a:r>
            <a:r>
              <a:rPr lang="fr-BE" b="1"/>
              <a:t> + Babel + </a:t>
            </a:r>
            <a:r>
              <a:rPr lang="fr-BE" b="1" err="1"/>
              <a:t>DataURL</a:t>
            </a:r>
            <a:r>
              <a:rPr lang="fr-BE" b="1"/>
              <a:t> loader</a:t>
            </a:r>
            <a:r>
              <a:rPr lang="fr-BE"/>
              <a:t> </a:t>
            </a:r>
            <a:r>
              <a:rPr lang="fr-BE" err="1"/>
              <a:t>erin</a:t>
            </a:r>
            <a:r>
              <a:rPr lang="fr-BE"/>
              <a:t>.</a:t>
            </a:r>
          </a:p>
          <a:p>
            <a:br>
              <a:rPr lang="fr-BE"/>
            </a:br>
            <a:endParaRPr lang="fr-BE"/>
          </a:p>
          <a:p>
            <a:r>
              <a:rPr lang="en-BE" b="1"/>
              <a:t>📂 </a:t>
            </a:r>
            <a:r>
              <a:rPr lang="fr-BE" b="1" err="1"/>
              <a:t>Projectstructuur</a:t>
            </a:r>
            <a:endParaRPr lang="fr-BE" b="1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/vite-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├─ src/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│   ├─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main.ts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│   └─ logo.png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├─ index.html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├─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vite.config.ts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└─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package.json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br>
              <a:rPr lang="fr-BE"/>
            </a:br>
            <a:endParaRPr lang="fr-BE"/>
          </a:p>
          <a:p>
            <a:r>
              <a:rPr lang="fr-BE" b="1"/>
              <a:t>1. Init </a:t>
            </a:r>
            <a:r>
              <a:rPr lang="fr-BE" b="1" err="1"/>
              <a:t>project</a:t>
            </a:r>
            <a:r>
              <a:rPr lang="fr-BE" b="1"/>
              <a:t> + </a:t>
            </a:r>
            <a:r>
              <a:rPr lang="fr-BE" b="1" err="1"/>
              <a:t>dependencies</a:t>
            </a:r>
            <a:endParaRPr lang="fr-BE" b="1"/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vite@latest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vite-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template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vanilla-ts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 vite-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Babel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erbij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indien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nodig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-dev @babel/core @babel/preset-env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2. </a:t>
            </a:r>
            <a:r>
              <a:rPr lang="fr-BE" b="1" err="1"/>
              <a:t>TypeScript</a:t>
            </a:r>
            <a:r>
              <a:rPr lang="fr-BE" b="1"/>
              <a:t> code (</a:t>
            </a:r>
            <a:r>
              <a:rPr lang="fr-BE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src/</a:t>
            </a:r>
            <a:r>
              <a:rPr lang="fr-BE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main.ts</a:t>
            </a:r>
            <a:r>
              <a:rPr lang="fr-BE" b="1"/>
              <a:t>)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logo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"./logo.png";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string): string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return `Hello, ${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}!`;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document.body.innerHTML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`&lt;h1&gt;${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("Vite + TS + Babel")}&lt;/h1&gt;`;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logo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via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dataurl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loader)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document.createElement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");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img.src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logo;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document.body.appendChild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3. Vite config (</a:t>
            </a:r>
            <a:r>
              <a:rPr lang="fr-BE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vite.config.ts</a:t>
            </a:r>
            <a:r>
              <a:rPr lang="fr-BE" b="1"/>
              <a:t>)</a:t>
            </a:r>
          </a:p>
          <a:p>
            <a:r>
              <a:rPr lang="en-BE"/>
              <a:t>👉 </a:t>
            </a:r>
            <a:r>
              <a:rPr lang="fr-BE"/>
              <a:t>Hier </a:t>
            </a:r>
            <a:r>
              <a:rPr lang="fr-BE" err="1"/>
              <a:t>zetten</a:t>
            </a:r>
            <a:r>
              <a:rPr lang="fr-BE"/>
              <a:t> </a:t>
            </a:r>
            <a:r>
              <a:rPr lang="fr-BE" err="1"/>
              <a:t>we</a:t>
            </a:r>
            <a:r>
              <a:rPr lang="fr-BE"/>
              <a:t> de </a:t>
            </a:r>
            <a:r>
              <a:rPr lang="fr-BE" b="1" err="1"/>
              <a:t>DataURL</a:t>
            </a:r>
            <a:r>
              <a:rPr lang="fr-BE" b="1"/>
              <a:t> loader</a:t>
            </a:r>
            <a:r>
              <a:rPr lang="fr-BE"/>
              <a:t> (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kleine</a:t>
            </a:r>
            <a:r>
              <a:rPr lang="fr-BE"/>
              <a:t> </a:t>
            </a:r>
            <a:r>
              <a:rPr lang="fr-BE" err="1"/>
              <a:t>afbeeldingen</a:t>
            </a:r>
            <a:r>
              <a:rPr lang="fr-BE"/>
              <a:t>).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defineConfig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"vite";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default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defineConfig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"es2017",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assetsInclude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["**/*.png"], 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laat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Vite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weten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.png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bestanden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assets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zijn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loader: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         // transpile TS met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"es2017",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});</a:t>
            </a:r>
          </a:p>
          <a:p>
            <a:r>
              <a:rPr lang="fr-BE"/>
              <a:t>ℹ️ Vite </a:t>
            </a:r>
            <a:r>
              <a:rPr lang="fr-BE" err="1"/>
              <a:t>behandelt</a:t>
            </a:r>
            <a:r>
              <a:rPr lang="fr-BE"/>
              <a:t> </a:t>
            </a:r>
            <a:r>
              <a:rPr lang="fr-BE" err="1"/>
              <a:t>kleine</a:t>
            </a:r>
            <a:r>
              <a:rPr lang="fr-BE"/>
              <a:t> </a:t>
            </a:r>
            <a:r>
              <a:rPr lang="fr-BE" err="1"/>
              <a:t>afbeeldingen</a:t>
            </a:r>
            <a:r>
              <a:rPr lang="fr-BE"/>
              <a:t> (&lt;4kb) </a:t>
            </a:r>
            <a:r>
              <a:rPr lang="fr-BE" err="1"/>
              <a:t>automatisch</a:t>
            </a:r>
            <a:r>
              <a:rPr lang="fr-BE"/>
              <a:t> al </a:t>
            </a:r>
            <a:r>
              <a:rPr lang="fr-BE" err="1"/>
              <a:t>als</a:t>
            </a:r>
            <a:r>
              <a:rPr lang="fr-BE"/>
              <a:t> </a:t>
            </a:r>
            <a:r>
              <a:rPr lang="fr-BE" b="1" err="1"/>
              <a:t>DataURL</a:t>
            </a:r>
            <a:r>
              <a:rPr lang="fr-BE"/>
              <a:t>.</a:t>
            </a:r>
            <a:br>
              <a:rPr lang="fr-BE"/>
            </a:br>
            <a:r>
              <a:rPr lang="fr-BE"/>
              <a:t>Wil je </a:t>
            </a:r>
            <a:r>
              <a:rPr lang="fr-BE" err="1"/>
              <a:t>altijd</a:t>
            </a:r>
            <a:r>
              <a:rPr lang="fr-BE"/>
              <a:t> </a:t>
            </a:r>
            <a:r>
              <a:rPr lang="fr-BE" err="1"/>
              <a:t>inline</a:t>
            </a:r>
            <a:r>
              <a:rPr lang="fr-BE"/>
              <a:t> (</a:t>
            </a:r>
            <a:r>
              <a:rPr lang="fr-BE" err="1"/>
              <a:t>ook</a:t>
            </a:r>
            <a:r>
              <a:rPr lang="fr-BE"/>
              <a:t> </a:t>
            </a:r>
            <a:r>
              <a:rPr lang="fr-BE" err="1"/>
              <a:t>grote</a:t>
            </a:r>
            <a:r>
              <a:rPr lang="fr-BE"/>
              <a:t>)? Dan kan je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assetsInlineLimit</a:t>
            </a:r>
            <a:r>
              <a:rPr lang="fr-BE"/>
              <a:t> </a:t>
            </a:r>
            <a:r>
              <a:rPr lang="fr-BE" err="1"/>
              <a:t>aanpassen</a:t>
            </a:r>
            <a:r>
              <a:rPr lang="fr-BE"/>
              <a:t>: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assetsInlineLimit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1000000 // alles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DataURL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(in bytes)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4. HTML (</a:t>
            </a:r>
            <a:r>
              <a:rPr lang="fr-BE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index.html</a:t>
            </a:r>
            <a:r>
              <a:rPr lang="fr-BE" b="1"/>
              <a:t>)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&lt;!DOCTYPE html&gt;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&lt;html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="en"&gt;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charset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="UTF-8"&gt;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&gt;Vite + TS + Babel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&lt;body&gt;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&lt;script type="module" src="/src/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"&gt;&lt;/script&gt;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&lt;/body&gt;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&lt;/html&gt;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5. Run dev server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dev</a:t>
            </a:r>
          </a:p>
          <a:p>
            <a:r>
              <a:rPr lang="fr-BE"/>
              <a:t>Je </a:t>
            </a:r>
            <a:r>
              <a:rPr lang="fr-BE" err="1"/>
              <a:t>krijgt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b="1" err="1"/>
              <a:t>snelle</a:t>
            </a:r>
            <a:r>
              <a:rPr lang="fr-BE" b="1"/>
              <a:t> dev server met HMR</a:t>
            </a:r>
            <a:r>
              <a:rPr lang="fr-BE"/>
              <a:t> (</a:t>
            </a:r>
            <a:r>
              <a:rPr lang="fr-BE" err="1"/>
              <a:t>geen</a:t>
            </a:r>
            <a:r>
              <a:rPr lang="fr-BE"/>
              <a:t> browser </a:t>
            </a:r>
            <a:r>
              <a:rPr lang="fr-BE" err="1"/>
              <a:t>reload</a:t>
            </a:r>
            <a:r>
              <a:rPr lang="fr-BE"/>
              <a:t> </a:t>
            </a:r>
            <a:r>
              <a:rPr lang="fr-BE" err="1"/>
              <a:t>meer</a:t>
            </a:r>
            <a:r>
              <a:rPr lang="fr-BE"/>
              <a:t> </a:t>
            </a:r>
            <a:r>
              <a:rPr lang="fr-BE" err="1"/>
              <a:t>nodig</a:t>
            </a:r>
            <a:r>
              <a:rPr lang="fr-BE"/>
              <a:t>).</a:t>
            </a:r>
          </a:p>
          <a:p>
            <a:br>
              <a:rPr lang="fr-BE"/>
            </a:br>
            <a:endParaRPr lang="fr-BE"/>
          </a:p>
          <a:p>
            <a:r>
              <a:rPr lang="en-BE" b="1"/>
              <a:t>🔎 </a:t>
            </a:r>
            <a:r>
              <a:rPr lang="fr-BE" b="1" err="1"/>
              <a:t>Hoe</a:t>
            </a:r>
            <a:r>
              <a:rPr lang="fr-BE" b="1"/>
              <a:t> </a:t>
            </a:r>
            <a:r>
              <a:rPr lang="fr-BE" b="1" err="1"/>
              <a:t>zit</a:t>
            </a:r>
            <a:r>
              <a:rPr lang="fr-BE" b="1"/>
              <a:t> Babel </a:t>
            </a:r>
            <a:r>
              <a:rPr lang="fr-BE" b="1" err="1"/>
              <a:t>hierin</a:t>
            </a:r>
            <a:r>
              <a:rPr lang="fr-BE" b="1"/>
              <a:t>?</a:t>
            </a:r>
          </a:p>
          <a:p>
            <a:r>
              <a:rPr lang="fr-BE"/>
              <a:t>Vite </a:t>
            </a:r>
            <a:r>
              <a:rPr lang="fr-BE" err="1"/>
              <a:t>gebruikt</a:t>
            </a:r>
            <a:r>
              <a:rPr lang="fr-BE"/>
              <a:t> </a:t>
            </a:r>
            <a:r>
              <a:rPr lang="fr-BE" b="1" err="1"/>
              <a:t>esbuild</a:t>
            </a:r>
            <a:r>
              <a:rPr lang="fr-BE"/>
              <a:t> </a:t>
            </a:r>
            <a:r>
              <a:rPr lang="fr-BE" err="1"/>
              <a:t>voor</a:t>
            </a:r>
            <a:r>
              <a:rPr lang="fr-BE"/>
              <a:t> dev en </a:t>
            </a:r>
            <a:r>
              <a:rPr lang="fr-BE" err="1"/>
              <a:t>transpilen</a:t>
            </a:r>
            <a:r>
              <a:rPr lang="fr-BE"/>
              <a:t>.</a:t>
            </a:r>
          </a:p>
          <a:p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productie</a:t>
            </a:r>
            <a:r>
              <a:rPr lang="fr-BE"/>
              <a:t> (</a:t>
            </a:r>
            <a:r>
              <a:rPr lang="fr-BE" err="1"/>
              <a:t>Rollup</a:t>
            </a:r>
            <a:r>
              <a:rPr lang="fr-BE"/>
              <a:t>) kan je Babel </a:t>
            </a:r>
            <a:r>
              <a:rPr lang="fr-BE" err="1"/>
              <a:t>inzetten</a:t>
            </a:r>
            <a:r>
              <a:rPr lang="fr-BE"/>
              <a:t> </a:t>
            </a:r>
            <a:r>
              <a:rPr lang="fr-BE" err="1"/>
              <a:t>als</a:t>
            </a:r>
            <a:r>
              <a:rPr lang="fr-BE"/>
              <a:t> extra </a:t>
            </a:r>
            <a:r>
              <a:rPr lang="fr-BE" err="1"/>
              <a:t>stap</a:t>
            </a:r>
            <a:r>
              <a:rPr lang="fr-BE"/>
              <a:t>, </a:t>
            </a:r>
            <a:r>
              <a:rPr lang="fr-BE" err="1"/>
              <a:t>bv</a:t>
            </a:r>
            <a:r>
              <a:rPr lang="fr-BE"/>
              <a:t>. </a:t>
            </a:r>
            <a:r>
              <a:rPr lang="fr-BE" err="1"/>
              <a:t>voor</a:t>
            </a:r>
            <a:r>
              <a:rPr lang="fr-BE"/>
              <a:t> polyfills of </a:t>
            </a:r>
            <a:r>
              <a:rPr lang="fr-BE" err="1"/>
              <a:t>oudere</a:t>
            </a:r>
            <a:r>
              <a:rPr lang="fr-BE"/>
              <a:t> browsers.</a:t>
            </a:r>
          </a:p>
          <a:p>
            <a:r>
              <a:rPr lang="fr-BE"/>
              <a:t>In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vite.config.ts</a:t>
            </a:r>
            <a:r>
              <a:rPr lang="fr-BE"/>
              <a:t> kan je Babel via </a:t>
            </a:r>
            <a:r>
              <a:rPr lang="fr-BE" err="1"/>
              <a:t>een</a:t>
            </a:r>
            <a:r>
              <a:rPr lang="fr-BE"/>
              <a:t> plugin </a:t>
            </a:r>
            <a:r>
              <a:rPr lang="fr-BE" err="1"/>
              <a:t>toevoegen</a:t>
            </a:r>
            <a:r>
              <a:rPr lang="fr-BE"/>
              <a:t>, maar </a:t>
            </a:r>
            <a:r>
              <a:rPr lang="fr-BE" err="1"/>
              <a:t>vaak</a:t>
            </a:r>
            <a:r>
              <a:rPr lang="fr-BE"/>
              <a:t> </a:t>
            </a:r>
            <a:r>
              <a:rPr lang="fr-BE" err="1"/>
              <a:t>is</a:t>
            </a:r>
            <a:r>
              <a:rPr lang="fr-BE"/>
              <a:t> </a:t>
            </a:r>
            <a:r>
              <a:rPr lang="fr-BE" err="1"/>
              <a:t>dat</a:t>
            </a:r>
            <a:r>
              <a:rPr lang="fr-BE"/>
              <a:t> </a:t>
            </a:r>
            <a:r>
              <a:rPr lang="fr-BE" b="1"/>
              <a:t>niet </a:t>
            </a:r>
            <a:r>
              <a:rPr lang="fr-BE" b="1" err="1"/>
              <a:t>nodig</a:t>
            </a:r>
            <a:r>
              <a:rPr lang="fr-BE"/>
              <a:t> </a:t>
            </a:r>
            <a:r>
              <a:rPr lang="fr-BE" err="1"/>
              <a:t>tenzij</a:t>
            </a:r>
            <a:r>
              <a:rPr lang="fr-BE"/>
              <a:t> je </a:t>
            </a:r>
            <a:r>
              <a:rPr lang="fr-BE" b="1"/>
              <a:t>IE11 of heel </a:t>
            </a:r>
            <a:r>
              <a:rPr lang="fr-BE" b="1" err="1"/>
              <a:t>oude</a:t>
            </a:r>
            <a:r>
              <a:rPr lang="fr-BE" b="1"/>
              <a:t> browsers</a:t>
            </a:r>
            <a:r>
              <a:rPr lang="fr-BE"/>
              <a:t> </a:t>
            </a:r>
            <a:r>
              <a:rPr lang="fr-BE" err="1"/>
              <a:t>wilt</a:t>
            </a:r>
            <a:r>
              <a:rPr lang="fr-BE"/>
              <a:t> </a:t>
            </a:r>
            <a:r>
              <a:rPr lang="fr-BE" err="1"/>
              <a:t>ondersteunen</a:t>
            </a:r>
            <a:r>
              <a:rPr lang="fr-BE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64500-8AE8-06F7-A367-6DD072FD5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525698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Workbox </a:t>
            </a:r>
            <a:r>
              <a:rPr lang="en-BE" err="1"/>
              <a:t>helpt</a:t>
            </a:r>
            <a:r>
              <a:rPr lang="en-BE"/>
              <a:t> </a:t>
            </a:r>
            <a:r>
              <a:rPr lang="en-BE" err="1"/>
              <a:t>bij</a:t>
            </a:r>
            <a:r>
              <a:rPr lang="en-BE"/>
              <a:t> het </a:t>
            </a:r>
            <a:r>
              <a:rPr lang="en-BE" err="1"/>
              <a:t>implementeren</a:t>
            </a:r>
            <a:r>
              <a:rPr lang="en-BE"/>
              <a:t> van service workers </a:t>
            </a:r>
            <a:r>
              <a:rPr lang="en-BE" err="1"/>
              <a:t>voor</a:t>
            </a:r>
            <a:r>
              <a:rPr lang="en-BE"/>
              <a:t> caching </a:t>
            </a:r>
            <a:r>
              <a:rPr lang="en-BE" err="1"/>
              <a:t>en</a:t>
            </a:r>
            <a:r>
              <a:rPr lang="en-BE"/>
              <a:t> offline </a:t>
            </a:r>
            <a:r>
              <a:rPr lang="en-BE" err="1"/>
              <a:t>gebruik</a:t>
            </a:r>
            <a:r>
              <a:rPr lang="en-BE"/>
              <a:t>, </a:t>
            </a:r>
            <a:r>
              <a:rPr lang="en-BE" err="1"/>
              <a:t>essentieel</a:t>
            </a:r>
            <a:r>
              <a:rPr lang="en-BE"/>
              <a:t> </a:t>
            </a:r>
            <a:r>
              <a:rPr lang="en-BE" err="1"/>
              <a:t>voor</a:t>
            </a:r>
            <a:r>
              <a:rPr lang="en-BE"/>
              <a:t> Progressive Web Apps (</a:t>
            </a:r>
            <a:r>
              <a:rPr lang="en-BE" err="1"/>
              <a:t>PWA’s</a:t>
            </a:r>
            <a:r>
              <a:rPr lang="en-BE"/>
              <a:t>). Dit </a:t>
            </a:r>
            <a:r>
              <a:rPr lang="en-BE" err="1"/>
              <a:t>verbetert</a:t>
            </a:r>
            <a:r>
              <a:rPr lang="en-BE"/>
              <a:t> performance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gebruikerservaring</a:t>
            </a:r>
            <a:r>
              <a:rPr lang="en-BE"/>
              <a:t>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3729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B66F4-E8C3-016A-9157-775380E3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2DE34-51BC-8F3F-CCBE-C59366342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C3BDF-DEED-BC3E-037A-54248F25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Service workers </a:t>
            </a:r>
            <a:r>
              <a:rPr lang="en-BE" err="1"/>
              <a:t>werken</a:t>
            </a:r>
            <a:r>
              <a:rPr lang="en-BE"/>
              <a:t> op de </a:t>
            </a:r>
            <a:r>
              <a:rPr lang="en-BE" err="1"/>
              <a:t>achtergrond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beheren</a:t>
            </a:r>
            <a:r>
              <a:rPr lang="en-BE"/>
              <a:t> </a:t>
            </a:r>
            <a:r>
              <a:rPr lang="en-BE" err="1"/>
              <a:t>netwerkverzoeken</a:t>
            </a:r>
            <a:r>
              <a:rPr lang="en-BE"/>
              <a:t>, </a:t>
            </a:r>
            <a:r>
              <a:rPr lang="en-BE" err="1"/>
              <a:t>waardoor</a:t>
            </a:r>
            <a:r>
              <a:rPr lang="en-BE"/>
              <a:t> content </a:t>
            </a:r>
            <a:r>
              <a:rPr lang="en-BE" err="1"/>
              <a:t>kan</a:t>
            </a:r>
            <a:r>
              <a:rPr lang="en-BE"/>
              <a:t> </a:t>
            </a:r>
            <a:r>
              <a:rPr lang="en-BE" err="1"/>
              <a:t>worden</a:t>
            </a:r>
            <a:r>
              <a:rPr lang="en-BE"/>
              <a:t> </a:t>
            </a:r>
            <a:r>
              <a:rPr lang="en-BE" err="1"/>
              <a:t>gecached</a:t>
            </a:r>
            <a:r>
              <a:rPr lang="en-BE"/>
              <a:t> </a:t>
            </a:r>
            <a:r>
              <a:rPr lang="en-BE" err="1"/>
              <a:t>voor</a:t>
            </a:r>
            <a:r>
              <a:rPr lang="en-BE"/>
              <a:t> </a:t>
            </a:r>
            <a:r>
              <a:rPr lang="en-BE" err="1"/>
              <a:t>snelle</a:t>
            </a:r>
            <a:r>
              <a:rPr lang="en-BE"/>
              <a:t> </a:t>
            </a:r>
            <a:r>
              <a:rPr lang="en-BE" err="1"/>
              <a:t>toegang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offline </a:t>
            </a:r>
            <a:r>
              <a:rPr lang="en-BE" err="1"/>
              <a:t>beschikbaarheid</a:t>
            </a:r>
            <a:r>
              <a:rPr lang="en-BE"/>
              <a:t>, wat de </a:t>
            </a:r>
            <a:r>
              <a:rPr lang="en-BE" err="1"/>
              <a:t>betrouwbaarheid</a:t>
            </a:r>
            <a:r>
              <a:rPr lang="en-BE"/>
              <a:t> van de app </a:t>
            </a:r>
            <a:r>
              <a:rPr lang="en-BE" err="1"/>
              <a:t>verhoogt</a:t>
            </a:r>
            <a:r>
              <a:rPr lang="en-BE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2D286-A351-414B-BDA4-EA06FF802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877996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/>
              <a:t>Workbox is </a:t>
            </a:r>
            <a:r>
              <a:rPr lang="en-BE" err="1"/>
              <a:t>een</a:t>
            </a:r>
            <a:r>
              <a:rPr lang="en-BE"/>
              <a:t> </a:t>
            </a:r>
            <a:r>
              <a:rPr lang="en-BE" err="1"/>
              <a:t>verzameling</a:t>
            </a:r>
            <a:r>
              <a:rPr lang="en-BE"/>
              <a:t> libraries die het </a:t>
            </a:r>
            <a:r>
              <a:rPr lang="en-BE" err="1"/>
              <a:t>eenvoudig</a:t>
            </a:r>
            <a:r>
              <a:rPr lang="en-BE"/>
              <a:t> </a:t>
            </a:r>
            <a:r>
              <a:rPr lang="en-BE" err="1"/>
              <a:t>maken</a:t>
            </a:r>
            <a:r>
              <a:rPr lang="en-BE"/>
              <a:t> service workers </a:t>
            </a:r>
            <a:r>
              <a:rPr lang="en-BE" err="1"/>
              <a:t>te</a:t>
            </a:r>
            <a:r>
              <a:rPr lang="en-BE"/>
              <a:t> </a:t>
            </a:r>
            <a:r>
              <a:rPr lang="en-BE" err="1"/>
              <a:t>configureren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te</a:t>
            </a:r>
            <a:r>
              <a:rPr lang="en-BE"/>
              <a:t> </a:t>
            </a:r>
            <a:r>
              <a:rPr lang="en-BE" err="1"/>
              <a:t>beheren</a:t>
            </a:r>
            <a:r>
              <a:rPr lang="en-BE"/>
              <a:t>. Het </a:t>
            </a:r>
            <a:r>
              <a:rPr lang="en-BE" err="1"/>
              <a:t>automatiseert</a:t>
            </a:r>
            <a:r>
              <a:rPr lang="en-BE"/>
              <a:t> </a:t>
            </a:r>
            <a:r>
              <a:rPr lang="en-BE" err="1"/>
              <a:t>cachingstrategieën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offline </a:t>
            </a:r>
            <a:r>
              <a:rPr lang="en-BE" err="1"/>
              <a:t>functionaliteiten</a:t>
            </a:r>
            <a:r>
              <a:rPr lang="en-BE"/>
              <a:t> </a:t>
            </a:r>
            <a:r>
              <a:rPr lang="en-BE" err="1"/>
              <a:t>zonder</a:t>
            </a:r>
            <a:r>
              <a:rPr lang="en-BE"/>
              <a:t> </a:t>
            </a:r>
            <a:r>
              <a:rPr lang="en-BE" err="1"/>
              <a:t>complexe</a:t>
            </a:r>
            <a:r>
              <a:rPr lang="en-BE"/>
              <a:t>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3203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B1D2-E95E-FBA0-CA57-E13E0486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387B8-CCF5-2268-3C70-12173632E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7A3CB-5B7C-BDF1-4EAA-23E52BC1B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What is Workbox?  |  Chrome for Developers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6F320-01A5-BF32-80B5-888BB8122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99705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8246D-C021-6060-71A5-23C51DE7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33275-7328-D6B1-715F-0F1159E89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2ECD2-D363-4DA1-BFCC-AC62B06FD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b="1"/>
              <a:t>✅ </a:t>
            </a:r>
            <a:r>
              <a:rPr lang="fr-BE" b="1" err="1"/>
              <a:t>Voorbeeldoplossing</a:t>
            </a:r>
            <a:r>
              <a:rPr lang="fr-BE" b="1"/>
              <a:t> 1 — </a:t>
            </a:r>
            <a:r>
              <a:rPr lang="fr-BE" b="1" err="1"/>
              <a:t>Esbuild</a:t>
            </a:r>
            <a:r>
              <a:rPr lang="fr-BE" b="1"/>
              <a:t> + </a:t>
            </a:r>
            <a:r>
              <a:rPr lang="fr-BE" b="1" err="1"/>
              <a:t>Workbox</a:t>
            </a:r>
            <a:r>
              <a:rPr lang="fr-BE" b="1"/>
              <a:t> (</a:t>
            </a:r>
            <a:r>
              <a:rPr lang="fr-BE" b="1" err="1"/>
              <a:t>injectManifest</a:t>
            </a:r>
            <a:r>
              <a:rPr lang="fr-BE" b="1"/>
              <a:t>)</a:t>
            </a:r>
          </a:p>
          <a:p>
            <a:r>
              <a:rPr lang="fr-BE" b="1"/>
              <a:t>1. Install </a:t>
            </a:r>
            <a:r>
              <a:rPr lang="fr-BE" b="1" err="1"/>
              <a:t>dependencies</a:t>
            </a:r>
            <a:endParaRPr lang="fr-BE" b="1"/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init -y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workbox-build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-dev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2. </a:t>
            </a:r>
            <a:r>
              <a:rPr lang="fr-BE" b="1" err="1"/>
              <a:t>Appstructuur</a:t>
            </a:r>
            <a:endParaRPr lang="fr-BE" b="1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/src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index.html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images/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img1.png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img2.png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sw.js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build.js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manifest.json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br>
              <a:rPr lang="fr-BE"/>
            </a:br>
            <a:endParaRPr lang="fr-BE"/>
          </a:p>
          <a:p>
            <a:r>
              <a:rPr lang="fr-BE" b="1"/>
              <a:t>3. </a:t>
            </a:r>
            <a:r>
              <a:rPr lang="fr-BE" b="1" err="1"/>
              <a:t>Esbuild</a:t>
            </a:r>
            <a:r>
              <a:rPr lang="fr-BE" b="1"/>
              <a:t> config</a:t>
            </a:r>
          </a:p>
          <a:p>
            <a:r>
              <a:rPr lang="en-BE"/>
              <a:t>📄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build.js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* as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injectManifest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workbox-build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Stap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Bundel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app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esbuild.build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entryPoints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["src/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index.ts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"],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bundle: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outfile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/bundle.js",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loader: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".png":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dataurl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afbeeldingen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embedden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Stap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injectManifest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injectManifest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swSrc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"sw.js",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swDest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/sw.js",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globDirectory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globPatterns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["**/*.{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html,js,png,json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}"]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console.log("</a:t>
            </a:r>
            <a:r>
              <a:rPr lang="en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✅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service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klaar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!");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4. Service </a:t>
            </a:r>
            <a:r>
              <a:rPr lang="fr-BE" b="1" err="1"/>
              <a:t>Worker</a:t>
            </a:r>
            <a:endParaRPr lang="fr-BE" b="1"/>
          </a:p>
          <a:p>
            <a:r>
              <a:rPr lang="en-BE"/>
              <a:t>📄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sw.js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precacheAndRoute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workbox-precaching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clientsClaim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workbox-core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self.skipWaiting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clientsClaim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injecteert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__WB_MANIFEST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tijdens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precacheAndRoute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self.__WB_MANIFEST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5. </a:t>
            </a:r>
            <a:r>
              <a:rPr lang="fr-BE" b="1" err="1"/>
              <a:t>Manifest.json</a:t>
            </a:r>
            <a:r>
              <a:rPr lang="fr-BE" b="1"/>
              <a:t> (Application </a:t>
            </a:r>
            <a:r>
              <a:rPr lang="fr-BE" b="1" err="1"/>
              <a:t>Manifest</a:t>
            </a:r>
            <a:r>
              <a:rPr lang="fr-BE" b="1"/>
              <a:t>)</a:t>
            </a:r>
          </a:p>
          <a:p>
            <a:r>
              <a:rPr lang="en-BE"/>
              <a:t>📄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manifest.json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short_name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EsbuildPWA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start_url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".",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"display": "standalone",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background_color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"#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ffffff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theme_color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"#317EFB",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[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"src": "img1.png",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"sizes": "192x192",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"type": "image/png"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"src": "img2.png",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"sizes": "512x512",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"type": "image/png"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6. </a:t>
            </a:r>
            <a:r>
              <a:rPr lang="fr-BE" b="1" err="1"/>
              <a:t>Resultaat</a:t>
            </a:r>
            <a:endParaRPr lang="fr-BE" b="1"/>
          </a:p>
          <a:p>
            <a:r>
              <a:rPr lang="fr-BE" err="1"/>
              <a:t>Afbeeldingen</a:t>
            </a:r>
            <a:r>
              <a:rPr lang="fr-BE"/>
              <a:t> (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img1.png</a:t>
            </a:r>
            <a:r>
              <a:rPr lang="fr-BE"/>
              <a:t>,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img2.png</a:t>
            </a:r>
            <a:r>
              <a:rPr lang="fr-BE"/>
              <a:t>) </a:t>
            </a:r>
            <a:r>
              <a:rPr lang="fr-BE" err="1"/>
              <a:t>worden</a:t>
            </a:r>
            <a:r>
              <a:rPr lang="fr-BE"/>
              <a:t> </a:t>
            </a:r>
            <a:r>
              <a:rPr lang="fr-BE" b="1" err="1"/>
              <a:t>geprecached</a:t>
            </a:r>
            <a:r>
              <a:rPr lang="fr-BE"/>
              <a:t>.</a:t>
            </a:r>
          </a:p>
          <a:p>
            <a:r>
              <a:rPr lang="fr-BE"/>
              <a:t>App </a:t>
            </a:r>
            <a:r>
              <a:rPr lang="fr-BE" err="1"/>
              <a:t>is</a:t>
            </a:r>
            <a:r>
              <a:rPr lang="fr-BE"/>
              <a:t> </a:t>
            </a:r>
            <a:r>
              <a:rPr lang="fr-BE" b="1"/>
              <a:t>offline </a:t>
            </a:r>
            <a:r>
              <a:rPr lang="fr-BE" b="1" err="1"/>
              <a:t>bruikbaar</a:t>
            </a:r>
            <a:r>
              <a:rPr lang="fr-BE"/>
              <a:t>.</a:t>
            </a:r>
          </a:p>
          <a:p>
            <a:r>
              <a:rPr lang="fr-BE" err="1"/>
              <a:t>Dankzij</a:t>
            </a:r>
            <a:r>
              <a:rPr lang="fr-BE"/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manifest.json</a:t>
            </a:r>
            <a:r>
              <a:rPr lang="fr-BE"/>
              <a:t> </a:t>
            </a:r>
            <a:r>
              <a:rPr lang="fr-BE" err="1"/>
              <a:t>is</a:t>
            </a:r>
            <a:r>
              <a:rPr lang="fr-BE"/>
              <a:t> de app </a:t>
            </a:r>
            <a:r>
              <a:rPr lang="fr-BE" b="1" err="1"/>
              <a:t>installeerbaar</a:t>
            </a:r>
            <a:r>
              <a:rPr lang="fr-BE"/>
              <a:t>.</a:t>
            </a:r>
          </a:p>
          <a:p>
            <a:br>
              <a:rPr lang="fr-BE"/>
            </a:br>
            <a:endParaRPr lang="fr-BE"/>
          </a:p>
          <a:p>
            <a:r>
              <a:rPr lang="en-BE" b="1"/>
              <a:t>✅ </a:t>
            </a:r>
            <a:r>
              <a:rPr lang="fr-BE" b="1" err="1"/>
              <a:t>Voorbeeldoplossing</a:t>
            </a:r>
            <a:r>
              <a:rPr lang="fr-BE" b="1"/>
              <a:t> 2 — Vite + PWA Plugin</a:t>
            </a:r>
          </a:p>
          <a:p>
            <a:r>
              <a:rPr lang="fr-BE" b="1"/>
              <a:t>1. Install </a:t>
            </a:r>
            <a:r>
              <a:rPr lang="fr-BE" b="1" err="1"/>
              <a:t>dependencies</a:t>
            </a:r>
            <a:endParaRPr lang="fr-BE" b="1"/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vite@latest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vite-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pwa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-app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 vite-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pwa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-app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vite-plugin-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pwa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workbox-window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-dev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2. Vite config</a:t>
            </a:r>
          </a:p>
          <a:p>
            <a:r>
              <a:rPr lang="en-BE"/>
              <a:t>📄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vite.config.ts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defineConfig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"vite";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VitePWA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"vite-plugin-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pwa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 default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defineConfig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plugins: [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VitePWA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strategies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injectManifest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srcDir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"src",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sw.ts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manifest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"Vite PWA App",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short_name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VitePWA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start_url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".",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display: "standalone",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background_color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"#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ffffff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theme_color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"#317EFB",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src: "pwa-192x192.png",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sizes: "192x192",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type: "image/png"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},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src: "pwa-512x512.png",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sizes: "512x512",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type: "image/png"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}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]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},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injectManifest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globPatterns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["**/*.{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js,css,html,png,svg,json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}"]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}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})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]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});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3. Service </a:t>
            </a:r>
            <a:r>
              <a:rPr lang="fr-BE" b="1" err="1"/>
              <a:t>Worker</a:t>
            </a:r>
            <a:endParaRPr lang="fr-BE" b="1"/>
          </a:p>
          <a:p>
            <a:r>
              <a:rPr lang="en-BE"/>
              <a:t>📄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sw.ts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precacheAndRoute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workbox-precaching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clientsClaim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workbox-core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self.skipWaiting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clientsClaim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precache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lijst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hier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door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Vite +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geïnjecteerd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precacheAndRoute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self.__WB_MANIFEST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4. Client </a:t>
            </a:r>
            <a:r>
              <a:rPr lang="fr-BE" b="1" err="1"/>
              <a:t>integratie</a:t>
            </a:r>
            <a:endParaRPr lang="fr-BE" b="1"/>
          </a:p>
          <a:p>
            <a:r>
              <a:rPr lang="en-BE"/>
              <a:t>📄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src/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main.ts</a:t>
            </a:r>
            <a:endParaRPr lang="fr-BE"/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 {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workbox-window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serviceWorker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in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navigator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new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Workbox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("/sw.js");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wb.addEventListener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waiting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 () =&gt;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console.log("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Nieuwe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versie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klaar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herladen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...");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wb.messageSkipWaiting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window.location.reload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});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wb.register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document.querySelector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HTMLDivElement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&gt;('#app')!.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innerHTML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`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&lt;h1&gt;Vite + PWA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&lt;/h1&gt;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src="/pwa-192x192.png" /&gt;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src="/pwa-512x512.png" /&gt;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`;</a:t>
            </a:r>
          </a:p>
          <a:p>
            <a:br>
              <a:rPr lang="fr-BE"/>
            </a:br>
            <a:endParaRPr lang="fr-BE"/>
          </a:p>
          <a:p>
            <a:r>
              <a:rPr lang="fr-BE" b="1"/>
              <a:t>5. </a:t>
            </a:r>
            <a:r>
              <a:rPr lang="fr-BE" b="1" err="1"/>
              <a:t>Resultaat</a:t>
            </a:r>
            <a:endParaRPr lang="fr-BE" b="1"/>
          </a:p>
          <a:p>
            <a:r>
              <a:rPr lang="fr-BE"/>
              <a:t>De </a:t>
            </a:r>
            <a:r>
              <a:rPr lang="fr-BE" err="1"/>
              <a:t>afbeeldingen</a:t>
            </a:r>
            <a:r>
              <a:rPr lang="fr-BE"/>
              <a:t> (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pwa-192x192.png</a:t>
            </a:r>
            <a:r>
              <a:rPr lang="fr-BE"/>
              <a:t>, 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pwa-512x512.png</a:t>
            </a:r>
            <a:r>
              <a:rPr lang="fr-BE"/>
              <a:t>) </a:t>
            </a:r>
            <a:r>
              <a:rPr lang="fr-BE" err="1"/>
              <a:t>worden</a:t>
            </a:r>
            <a:r>
              <a:rPr lang="fr-BE"/>
              <a:t> </a:t>
            </a:r>
            <a:r>
              <a:rPr lang="fr-BE" b="1" err="1"/>
              <a:t>geprecached</a:t>
            </a:r>
            <a:r>
              <a:rPr lang="fr-BE"/>
              <a:t>.</a:t>
            </a:r>
          </a:p>
          <a:p>
            <a:r>
              <a:rPr lang="fr-BE"/>
              <a:t>App </a:t>
            </a:r>
            <a:r>
              <a:rPr lang="fr-BE" err="1"/>
              <a:t>werkt</a:t>
            </a:r>
            <a:r>
              <a:rPr lang="fr-BE"/>
              <a:t> </a:t>
            </a:r>
            <a:r>
              <a:rPr lang="fr-BE" b="1"/>
              <a:t>offline</a:t>
            </a:r>
            <a:r>
              <a:rPr lang="fr-BE"/>
              <a:t>.</a:t>
            </a:r>
          </a:p>
          <a:p>
            <a:r>
              <a:rPr lang="fr-BE"/>
              <a:t>App </a:t>
            </a:r>
            <a:r>
              <a:rPr lang="fr-BE" err="1"/>
              <a:t>is</a:t>
            </a:r>
            <a:r>
              <a:rPr lang="fr-BE"/>
              <a:t> </a:t>
            </a:r>
            <a:r>
              <a:rPr lang="fr-BE" b="1" err="1"/>
              <a:t>installeerbaar</a:t>
            </a:r>
            <a:r>
              <a:rPr lang="fr-BE"/>
              <a:t> </a:t>
            </a:r>
            <a:r>
              <a:rPr lang="fr-BE" err="1"/>
              <a:t>dankzij</a:t>
            </a:r>
            <a:r>
              <a:rPr lang="fr-BE"/>
              <a:t> het </a:t>
            </a:r>
            <a:r>
              <a:rPr lang="fr-BE" err="1"/>
              <a:t>manifest</a:t>
            </a:r>
            <a:r>
              <a:rPr lang="fr-BE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F84F4-A54A-8CF0-CD3C-288383EC4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02772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E"/>
              <a:t>CI/CD </a:t>
            </a:r>
            <a:r>
              <a:rPr lang="en-BE" err="1"/>
              <a:t>automatiseert</a:t>
            </a:r>
            <a:r>
              <a:rPr lang="en-BE"/>
              <a:t> het </a:t>
            </a:r>
            <a:r>
              <a:rPr lang="en-BE" err="1"/>
              <a:t>bouwen</a:t>
            </a:r>
            <a:r>
              <a:rPr lang="en-BE"/>
              <a:t>, </a:t>
            </a:r>
            <a:r>
              <a:rPr lang="en-BE" err="1"/>
              <a:t>testen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implementeren</a:t>
            </a:r>
            <a:r>
              <a:rPr lang="en-BE"/>
              <a:t> van software. Dit </a:t>
            </a:r>
            <a:r>
              <a:rPr lang="en-BE" err="1"/>
              <a:t>zorgt</a:t>
            </a:r>
            <a:r>
              <a:rPr lang="en-BE"/>
              <a:t> </a:t>
            </a:r>
            <a:r>
              <a:rPr lang="en-BE" err="1"/>
              <a:t>voor</a:t>
            </a:r>
            <a:r>
              <a:rPr lang="en-BE"/>
              <a:t> </a:t>
            </a:r>
            <a:r>
              <a:rPr lang="en-BE" err="1"/>
              <a:t>een</a:t>
            </a:r>
            <a:r>
              <a:rPr lang="en-BE"/>
              <a:t> </a:t>
            </a:r>
            <a:r>
              <a:rPr lang="en-BE" err="1"/>
              <a:t>betrouwbare</a:t>
            </a:r>
            <a:r>
              <a:rPr lang="en-BE"/>
              <a:t>, </a:t>
            </a:r>
            <a:r>
              <a:rPr lang="en-BE" err="1"/>
              <a:t>snelle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herhaalbare</a:t>
            </a:r>
            <a:r>
              <a:rPr lang="en-BE"/>
              <a:t> </a:t>
            </a:r>
            <a:r>
              <a:rPr lang="en-BE" err="1"/>
              <a:t>releasecyclus</a:t>
            </a:r>
            <a:r>
              <a:rPr lang="en-BE"/>
              <a:t> die </a:t>
            </a:r>
            <a:r>
              <a:rPr lang="en-BE" err="1"/>
              <a:t>fouten</a:t>
            </a:r>
            <a:r>
              <a:rPr lang="en-BE"/>
              <a:t> </a:t>
            </a:r>
            <a:r>
              <a:rPr lang="en-BE" err="1"/>
              <a:t>vermindert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kwaliteit</a:t>
            </a:r>
            <a:r>
              <a:rPr lang="en-BE"/>
              <a:t> </a:t>
            </a:r>
            <a:r>
              <a:rPr lang="en-BE" err="1"/>
              <a:t>garandeert</a:t>
            </a:r>
            <a:r>
              <a:rPr lang="en-BE"/>
              <a:t>.</a:t>
            </a:r>
          </a:p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4293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/>
              <a:t>Continuous Integration (CI) </a:t>
            </a:r>
            <a:r>
              <a:rPr lang="en-BE" err="1"/>
              <a:t>en</a:t>
            </a:r>
            <a:r>
              <a:rPr lang="en-BE"/>
              <a:t> Continuous Deployment/Delivery (CD) </a:t>
            </a:r>
            <a:r>
              <a:rPr lang="en-BE" err="1"/>
              <a:t>zijn</a:t>
            </a:r>
            <a:r>
              <a:rPr lang="en-BE"/>
              <a:t> </a:t>
            </a:r>
            <a:r>
              <a:rPr lang="en-BE" err="1"/>
              <a:t>processen</a:t>
            </a:r>
            <a:r>
              <a:rPr lang="en-BE"/>
              <a:t> die </a:t>
            </a:r>
            <a:r>
              <a:rPr lang="en-BE" err="1"/>
              <a:t>codewijzigingen</a:t>
            </a:r>
            <a:r>
              <a:rPr lang="en-BE"/>
              <a:t> </a:t>
            </a:r>
            <a:r>
              <a:rPr lang="en-BE" err="1"/>
              <a:t>automatisch</a:t>
            </a:r>
            <a:r>
              <a:rPr lang="en-BE"/>
              <a:t> </a:t>
            </a:r>
            <a:r>
              <a:rPr lang="en-BE" err="1"/>
              <a:t>integreren</a:t>
            </a:r>
            <a:r>
              <a:rPr lang="en-BE"/>
              <a:t>, </a:t>
            </a:r>
            <a:r>
              <a:rPr lang="en-BE" err="1"/>
              <a:t>testen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uitrollen</a:t>
            </a:r>
            <a:r>
              <a:rPr lang="en-BE"/>
              <a:t>. Dit </a:t>
            </a:r>
            <a:r>
              <a:rPr lang="en-BE" err="1"/>
              <a:t>maakt</a:t>
            </a:r>
            <a:r>
              <a:rPr lang="en-BE"/>
              <a:t> </a:t>
            </a:r>
            <a:r>
              <a:rPr lang="en-BE" err="1"/>
              <a:t>snelle</a:t>
            </a:r>
            <a:r>
              <a:rPr lang="en-BE"/>
              <a:t> feedback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frequente</a:t>
            </a:r>
            <a:r>
              <a:rPr lang="en-BE"/>
              <a:t> releases </a:t>
            </a:r>
            <a:r>
              <a:rPr lang="en-BE" err="1"/>
              <a:t>mogelijk</a:t>
            </a:r>
            <a:r>
              <a:rPr lang="en-BE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95726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9464-B683-A4C1-0E6F-F067B6B22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F3FE6-BFE5-FAE6-0C5E-71042972A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37802-2841-6D81-A8C0-E516D83E7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err="1"/>
              <a:t>Een</a:t>
            </a:r>
            <a:r>
              <a:rPr lang="fr-BE"/>
              <a:t> </a:t>
            </a:r>
            <a:r>
              <a:rPr lang="fr-BE" err="1"/>
              <a:t>typische</a:t>
            </a:r>
            <a:r>
              <a:rPr lang="fr-BE"/>
              <a:t> workflow </a:t>
            </a:r>
            <a:r>
              <a:rPr lang="fr-BE" err="1"/>
              <a:t>omvat</a:t>
            </a:r>
            <a:r>
              <a:rPr lang="fr-BE"/>
              <a:t> code commit, </a:t>
            </a:r>
            <a:r>
              <a:rPr lang="fr-BE" err="1"/>
              <a:t>automatische</a:t>
            </a:r>
            <a:r>
              <a:rPr lang="fr-BE"/>
              <a:t> </a:t>
            </a:r>
            <a:r>
              <a:rPr lang="fr-BE" err="1"/>
              <a:t>build</a:t>
            </a:r>
            <a:r>
              <a:rPr lang="fr-BE"/>
              <a:t> en test, </a:t>
            </a:r>
            <a:r>
              <a:rPr lang="fr-BE" err="1"/>
              <a:t>statische</a:t>
            </a:r>
            <a:r>
              <a:rPr lang="fr-BE"/>
              <a:t> analyse, </a:t>
            </a:r>
            <a:r>
              <a:rPr lang="fr-BE" err="1"/>
              <a:t>beveiligingsscans</a:t>
            </a:r>
            <a:r>
              <a:rPr lang="fr-BE"/>
              <a:t> en </a:t>
            </a:r>
            <a:r>
              <a:rPr lang="fr-BE" err="1"/>
              <a:t>uiteindelijk</a:t>
            </a:r>
            <a:r>
              <a:rPr lang="fr-BE"/>
              <a:t> </a:t>
            </a:r>
            <a:r>
              <a:rPr lang="fr-BE" err="1"/>
              <a:t>deployment</a:t>
            </a:r>
            <a:r>
              <a:rPr lang="fr-BE"/>
              <a:t> </a:t>
            </a:r>
            <a:r>
              <a:rPr lang="fr-BE" err="1"/>
              <a:t>naar</a:t>
            </a:r>
            <a:r>
              <a:rPr lang="fr-BE"/>
              <a:t> </a:t>
            </a:r>
            <a:r>
              <a:rPr lang="fr-BE" err="1"/>
              <a:t>productie</a:t>
            </a:r>
            <a:r>
              <a:rPr lang="fr-BE"/>
              <a:t>- of </a:t>
            </a:r>
            <a:r>
              <a:rPr lang="fr-BE" err="1"/>
              <a:t>testomgevingen</a:t>
            </a:r>
            <a:r>
              <a:rPr lang="fr-BE"/>
              <a:t>, alles </a:t>
            </a:r>
            <a:r>
              <a:rPr lang="fr-BE" err="1"/>
              <a:t>geautomatiseerd</a:t>
            </a:r>
            <a:r>
              <a:rPr lang="fr-BE"/>
              <a:t> via pipelines.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EF9CD-BDFB-1742-ABB8-52FB17296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10533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91A9C-B189-DCCA-968B-2AA21A00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73D17-2459-8F74-15C1-CE0B337EA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3999A-7E89-7AE6-4F7E-E84851C3E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Jenkins </a:t>
            </a:r>
            <a:r>
              <a:rPr lang="fr-BE" err="1"/>
              <a:t>is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err="1"/>
              <a:t>krachtige</a:t>
            </a:r>
            <a:r>
              <a:rPr lang="fr-BE"/>
              <a:t> open-source </a:t>
            </a:r>
            <a:r>
              <a:rPr lang="fr-BE" err="1"/>
              <a:t>tool</a:t>
            </a:r>
            <a:r>
              <a:rPr lang="fr-BE"/>
              <a:t> met </a:t>
            </a:r>
            <a:r>
              <a:rPr lang="fr-BE" err="1"/>
              <a:t>veel</a:t>
            </a:r>
            <a:r>
              <a:rPr lang="fr-BE"/>
              <a:t> plugins, GitHub Actions </a:t>
            </a:r>
            <a:r>
              <a:rPr lang="fr-BE" err="1"/>
              <a:t>integreert</a:t>
            </a:r>
            <a:r>
              <a:rPr lang="fr-BE"/>
              <a:t> </a:t>
            </a:r>
            <a:r>
              <a:rPr lang="fr-BE" err="1"/>
              <a:t>naadloos</a:t>
            </a:r>
            <a:r>
              <a:rPr lang="fr-BE"/>
              <a:t> met GitHub repositories, </a:t>
            </a:r>
            <a:r>
              <a:rPr lang="fr-BE" err="1"/>
              <a:t>GitLab</a:t>
            </a:r>
            <a:r>
              <a:rPr lang="fr-BE"/>
              <a:t> CI </a:t>
            </a:r>
            <a:r>
              <a:rPr lang="fr-BE" err="1"/>
              <a:t>biedt</a:t>
            </a:r>
            <a:r>
              <a:rPr lang="fr-BE"/>
              <a:t> </a:t>
            </a:r>
            <a:r>
              <a:rPr lang="fr-BE" err="1"/>
              <a:t>geïntegreerde</a:t>
            </a:r>
            <a:r>
              <a:rPr lang="fr-BE"/>
              <a:t> pipelines </a:t>
            </a:r>
            <a:r>
              <a:rPr lang="fr-BE" err="1"/>
              <a:t>binnen</a:t>
            </a:r>
            <a:r>
              <a:rPr lang="fr-BE"/>
              <a:t> </a:t>
            </a:r>
            <a:r>
              <a:rPr lang="fr-BE" err="1"/>
              <a:t>GitLab</a:t>
            </a:r>
            <a:r>
              <a:rPr lang="fr-BE"/>
              <a:t>, en Azure Pipelines </a:t>
            </a:r>
            <a:r>
              <a:rPr lang="fr-BE" err="1"/>
              <a:t>biedt</a:t>
            </a:r>
            <a:r>
              <a:rPr lang="fr-BE"/>
              <a:t> CI/CD-</a:t>
            </a:r>
            <a:r>
              <a:rPr lang="fr-BE" err="1"/>
              <a:t>functionaliteit</a:t>
            </a:r>
            <a:r>
              <a:rPr lang="fr-BE"/>
              <a:t>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meerdere</a:t>
            </a:r>
            <a:r>
              <a:rPr lang="fr-BE"/>
              <a:t> </a:t>
            </a:r>
            <a:r>
              <a:rPr lang="fr-BE" err="1"/>
              <a:t>talen</a:t>
            </a:r>
            <a:r>
              <a:rPr lang="fr-BE"/>
              <a:t> en </a:t>
            </a:r>
            <a:r>
              <a:rPr lang="fr-BE" err="1"/>
              <a:t>platformen</a:t>
            </a:r>
            <a:r>
              <a:rPr lang="fr-BE"/>
              <a:t> met </a:t>
            </a:r>
            <a:r>
              <a:rPr lang="fr-BE" err="1"/>
              <a:t>integratie</a:t>
            </a:r>
            <a:r>
              <a:rPr lang="fr-BE"/>
              <a:t> van </a:t>
            </a:r>
            <a:r>
              <a:rPr lang="fr-BE" err="1"/>
              <a:t>zowel</a:t>
            </a:r>
            <a:r>
              <a:rPr lang="fr-BE"/>
              <a:t> Microsoft- </a:t>
            </a:r>
            <a:r>
              <a:rPr lang="fr-BE" err="1"/>
              <a:t>als</a:t>
            </a:r>
            <a:r>
              <a:rPr lang="fr-BE"/>
              <a:t> externe </a:t>
            </a:r>
            <a:r>
              <a:rPr lang="fr-BE" err="1"/>
              <a:t>tools</a:t>
            </a:r>
            <a:r>
              <a:rPr lang="fr-BE"/>
              <a:t>. De </a:t>
            </a:r>
            <a:r>
              <a:rPr lang="fr-BE" err="1"/>
              <a:t>keuze</a:t>
            </a:r>
            <a:r>
              <a:rPr lang="fr-BE"/>
              <a:t> </a:t>
            </a:r>
            <a:r>
              <a:rPr lang="fr-BE" err="1"/>
              <a:t>hangt</a:t>
            </a:r>
            <a:r>
              <a:rPr lang="fr-BE"/>
              <a:t> </a:t>
            </a:r>
            <a:r>
              <a:rPr lang="fr-BE" err="1"/>
              <a:t>af</a:t>
            </a:r>
            <a:r>
              <a:rPr lang="fr-BE"/>
              <a:t> van de </a:t>
            </a:r>
            <a:r>
              <a:rPr lang="fr-BE" err="1"/>
              <a:t>projectbehoeften</a:t>
            </a:r>
            <a:r>
              <a:rPr lang="fr-BE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36108-E965-4ACF-F662-5C5F13D81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34750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6EE2E-37DE-7A41-6D24-E9CB5D94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F58F5-6623-4FF6-5A25-768370A35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24E09-CDA2-A93D-B123-86E1EB0DB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b="1"/>
              <a:t>🔹 </a:t>
            </a:r>
            <a:r>
              <a:rPr lang="fr-BE" b="1"/>
              <a:t>Hands-on </a:t>
            </a:r>
            <a:r>
              <a:rPr lang="fr-BE" b="1" err="1"/>
              <a:t>Opdracht</a:t>
            </a:r>
            <a:r>
              <a:rPr lang="fr-BE" b="1"/>
              <a:t>: GitHub Actions met Vite + </a:t>
            </a:r>
            <a:r>
              <a:rPr lang="fr-BE" b="1" err="1"/>
              <a:t>TypeScript</a:t>
            </a:r>
            <a:endParaRPr lang="fr-BE" b="1"/>
          </a:p>
          <a:p>
            <a:r>
              <a:rPr lang="fr-BE" b="1" err="1"/>
              <a:t>Deel</a:t>
            </a:r>
            <a:r>
              <a:rPr lang="fr-BE" b="1"/>
              <a:t> 1: Basis CI</a:t>
            </a:r>
          </a:p>
          <a:p>
            <a:r>
              <a:rPr lang="fr-BE" b="1"/>
              <a:t>Doel:</a:t>
            </a:r>
            <a:br>
              <a:rPr lang="fr-BE"/>
            </a:br>
            <a:r>
              <a:rPr lang="fr-BE" err="1"/>
              <a:t>Maak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workflow die de </a:t>
            </a:r>
            <a:r>
              <a:rPr lang="fr-BE" b="1" err="1"/>
              <a:t>TypeScript</a:t>
            </a:r>
            <a:r>
              <a:rPr lang="fr-BE" b="1"/>
              <a:t>-code </a:t>
            </a:r>
            <a:r>
              <a:rPr lang="fr-BE" b="1" err="1"/>
              <a:t>controleert</a:t>
            </a:r>
            <a:r>
              <a:rPr lang="fr-BE"/>
              <a:t> en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b="1"/>
              <a:t>Vite-</a:t>
            </a:r>
            <a:r>
              <a:rPr lang="fr-BE" b="1" err="1"/>
              <a:t>build</a:t>
            </a:r>
            <a:r>
              <a:rPr lang="fr-BE"/>
              <a:t> </a:t>
            </a:r>
            <a:r>
              <a:rPr lang="fr-BE" err="1"/>
              <a:t>uitvoert</a:t>
            </a:r>
            <a:r>
              <a:rPr lang="fr-BE"/>
              <a:t>.</a:t>
            </a:r>
          </a:p>
          <a:p>
            <a:r>
              <a:rPr lang="fr-BE" b="1" err="1"/>
              <a:t>Stappen</a:t>
            </a:r>
            <a:endParaRPr lang="fr-BE" b="1"/>
          </a:p>
          <a:p>
            <a:r>
              <a:rPr lang="fr-BE" err="1"/>
              <a:t>Maak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err="1"/>
              <a:t>nieuwe</a:t>
            </a:r>
            <a:r>
              <a:rPr lang="fr-BE"/>
              <a:t> repository </a:t>
            </a:r>
            <a:r>
              <a:rPr lang="fr-BE" err="1"/>
              <a:t>aan</a:t>
            </a:r>
            <a:r>
              <a:rPr lang="fr-BE"/>
              <a:t> en </a:t>
            </a:r>
            <a:r>
              <a:rPr lang="fr-BE" err="1"/>
              <a:t>initialiseer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b="1"/>
              <a:t>Vite + </a:t>
            </a:r>
            <a:r>
              <a:rPr lang="fr-BE" b="1" err="1"/>
              <a:t>TypeScript</a:t>
            </a:r>
            <a:r>
              <a:rPr lang="fr-BE" b="1"/>
              <a:t> </a:t>
            </a:r>
            <a:r>
              <a:rPr lang="fr-BE" b="1" err="1"/>
              <a:t>project</a:t>
            </a:r>
            <a:r>
              <a:rPr lang="fr-BE"/>
              <a:t>.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vite@latest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-app --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template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react-ts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-app</a:t>
            </a:r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BE" err="1"/>
              <a:t>Voeg</a:t>
            </a:r>
            <a:r>
              <a:rPr lang="fr-BE"/>
              <a:t> in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package.json</a:t>
            </a:r>
            <a:r>
              <a:rPr lang="fr-BE"/>
              <a:t> de </a:t>
            </a:r>
            <a:r>
              <a:rPr lang="fr-BE" err="1"/>
              <a:t>nodige</a:t>
            </a:r>
            <a:r>
              <a:rPr lang="fr-BE"/>
              <a:t> scripts </a:t>
            </a:r>
            <a:r>
              <a:rPr lang="fr-BE" err="1"/>
              <a:t>toe</a:t>
            </a:r>
            <a:r>
              <a:rPr lang="fr-BE"/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"scripts": {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"dev": "vite",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"vite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preview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"vite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preview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"type-check":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tsc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noEmit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",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"test": "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run"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fr-BE" err="1"/>
              <a:t>Maak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err="1"/>
              <a:t>map</a:t>
            </a:r>
            <a:r>
              <a:rPr lang="fr-BE"/>
              <a:t> </a:t>
            </a:r>
            <a:r>
              <a:rPr lang="fr-BE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fr-BE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</a:t>
            </a:r>
            <a:r>
              <a:rPr lang="fr-BE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/workflows/</a:t>
            </a:r>
            <a:r>
              <a:rPr lang="fr-BE"/>
              <a:t> en </a:t>
            </a:r>
            <a:r>
              <a:rPr lang="fr-BE" err="1"/>
              <a:t>voeg</a:t>
            </a:r>
            <a:r>
              <a:rPr lang="fr-BE"/>
              <a:t> </a:t>
            </a:r>
            <a:r>
              <a:rPr lang="fr-BE" sz="1200" b="1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ci.yml</a:t>
            </a:r>
            <a:r>
              <a:rPr lang="fr-BE"/>
              <a:t> </a:t>
            </a:r>
            <a:r>
              <a:rPr lang="fr-BE" err="1"/>
              <a:t>toe</a:t>
            </a:r>
            <a:r>
              <a:rPr lang="fr-BE"/>
              <a:t>.</a:t>
            </a:r>
          </a:p>
          <a:p>
            <a:r>
              <a:rPr lang="fr-BE" b="1" err="1"/>
              <a:t>Voorbeeldoplossing</a:t>
            </a:r>
            <a:r>
              <a:rPr lang="fr-BE" b="1"/>
              <a:t> (</a:t>
            </a:r>
            <a:r>
              <a:rPr lang="fr-BE" b="1" err="1"/>
              <a:t>ci.yml</a:t>
            </a:r>
            <a:r>
              <a:rPr lang="fr-BE" b="1"/>
              <a:t>):</a:t>
            </a:r>
            <a:endParaRPr lang="fr-BE"/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Vite +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CI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push: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branches: [ "main" ]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pull_request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branches: [ "main" ]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jobs: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runs-on: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ubuntu-latest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Checkout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repository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uses: actions/checkout@v4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Set up Node.js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uses: actions/setup-node@v4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-version: "18"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Install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dependencies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check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type-check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br>
              <a:rPr lang="fr-BE"/>
            </a:br>
            <a:endParaRPr lang="fr-BE"/>
          </a:p>
          <a:p>
            <a:r>
              <a:rPr lang="fr-BE" b="1" err="1"/>
              <a:t>Deel</a:t>
            </a:r>
            <a:r>
              <a:rPr lang="fr-BE" b="1"/>
              <a:t> 2: </a:t>
            </a:r>
            <a:r>
              <a:rPr lang="fr-BE" b="1" err="1"/>
              <a:t>Uitbreidingsopdracht</a:t>
            </a:r>
            <a:endParaRPr lang="fr-BE" b="1"/>
          </a:p>
          <a:p>
            <a:r>
              <a:rPr lang="fr-BE" err="1"/>
              <a:t>Breid</a:t>
            </a:r>
            <a:r>
              <a:rPr lang="fr-BE"/>
              <a:t> de pipeline </a:t>
            </a:r>
            <a:r>
              <a:rPr lang="fr-BE" err="1"/>
              <a:t>uit</a:t>
            </a:r>
            <a:r>
              <a:rPr lang="fr-BE"/>
              <a:t> met </a:t>
            </a:r>
            <a:r>
              <a:rPr lang="fr-BE" b="1" err="1"/>
              <a:t>testen</a:t>
            </a:r>
            <a:r>
              <a:rPr lang="fr-BE"/>
              <a:t> en </a:t>
            </a:r>
            <a:r>
              <a:rPr lang="fr-BE" b="1" err="1"/>
              <a:t>artifact-opslag</a:t>
            </a:r>
            <a:r>
              <a:rPr lang="fr-BE"/>
              <a:t>.</a:t>
            </a:r>
          </a:p>
          <a:p>
            <a:r>
              <a:rPr lang="fr-BE" b="1" err="1"/>
              <a:t>Vereisten</a:t>
            </a:r>
            <a:endParaRPr lang="fr-BE" b="1"/>
          </a:p>
          <a:p>
            <a:r>
              <a:rPr lang="fr-BE" err="1"/>
              <a:t>Voeg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</a:t>
            </a:r>
            <a:r>
              <a:rPr lang="fr-BE" b="1"/>
              <a:t>test </a:t>
            </a:r>
            <a:r>
              <a:rPr lang="fr-BE" b="1" err="1"/>
              <a:t>stap</a:t>
            </a:r>
            <a:r>
              <a:rPr lang="fr-BE"/>
              <a:t> </a:t>
            </a:r>
            <a:r>
              <a:rPr lang="fr-BE" err="1"/>
              <a:t>toe</a:t>
            </a:r>
            <a:r>
              <a:rPr lang="fr-BE"/>
              <a:t> die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test</a:t>
            </a:r>
            <a:r>
              <a:rPr lang="fr-BE"/>
              <a:t> </a:t>
            </a:r>
            <a:r>
              <a:rPr lang="fr-BE" err="1"/>
              <a:t>draait</a:t>
            </a:r>
            <a:r>
              <a:rPr lang="fr-BE"/>
              <a:t> (</a:t>
            </a:r>
            <a:r>
              <a:rPr lang="fr-BE" err="1"/>
              <a:t>bijvoorbeeld</a:t>
            </a:r>
            <a:r>
              <a:rPr lang="fr-BE"/>
              <a:t> met </a:t>
            </a:r>
            <a:r>
              <a:rPr lang="fr-BE" b="1" err="1"/>
              <a:t>Vitest</a:t>
            </a:r>
            <a:r>
              <a:rPr lang="fr-BE"/>
              <a:t>).</a:t>
            </a:r>
          </a:p>
          <a:p>
            <a:r>
              <a:rPr lang="fr-BE" err="1"/>
              <a:t>Laat</a:t>
            </a:r>
            <a:r>
              <a:rPr lang="fr-BE"/>
              <a:t> de </a:t>
            </a:r>
            <a:r>
              <a:rPr lang="fr-BE" err="1"/>
              <a:t>build</a:t>
            </a:r>
            <a:r>
              <a:rPr lang="fr-BE"/>
              <a:t> output (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BE"/>
              <a:t>) </a:t>
            </a:r>
            <a:r>
              <a:rPr lang="fr-BE" err="1"/>
              <a:t>bewaren</a:t>
            </a:r>
            <a:r>
              <a:rPr lang="fr-BE"/>
              <a:t> </a:t>
            </a:r>
            <a:r>
              <a:rPr lang="fr-BE" err="1"/>
              <a:t>als</a:t>
            </a:r>
            <a:r>
              <a:rPr lang="fr-BE"/>
              <a:t> </a:t>
            </a:r>
            <a:r>
              <a:rPr lang="fr-BE" b="1" err="1"/>
              <a:t>artifact</a:t>
            </a:r>
            <a:r>
              <a:rPr lang="fr-BE"/>
              <a:t>, </a:t>
            </a:r>
            <a:r>
              <a:rPr lang="fr-BE" err="1"/>
              <a:t>zodat</a:t>
            </a:r>
            <a:r>
              <a:rPr lang="fr-BE"/>
              <a:t> je </a:t>
            </a:r>
            <a:r>
              <a:rPr lang="fr-BE" err="1"/>
              <a:t>deze</a:t>
            </a:r>
            <a:r>
              <a:rPr lang="fr-BE"/>
              <a:t> </a:t>
            </a:r>
            <a:r>
              <a:rPr lang="fr-BE" err="1"/>
              <a:t>achteraf</a:t>
            </a:r>
            <a:r>
              <a:rPr lang="fr-BE"/>
              <a:t> kan </a:t>
            </a:r>
            <a:r>
              <a:rPr lang="fr-BE" err="1"/>
              <a:t>downloaden</a:t>
            </a:r>
            <a:r>
              <a:rPr lang="fr-BE"/>
              <a:t> via de Actions-</a:t>
            </a:r>
            <a:r>
              <a:rPr lang="fr-BE" err="1"/>
              <a:t>tab.</a:t>
            </a:r>
            <a:endParaRPr lang="fr-BE"/>
          </a:p>
          <a:p>
            <a:r>
              <a:rPr lang="fr-BE" b="1" err="1"/>
              <a:t>Uitgebreide</a:t>
            </a:r>
            <a:r>
              <a:rPr lang="fr-BE" b="1"/>
              <a:t> </a:t>
            </a:r>
            <a:r>
              <a:rPr lang="fr-BE" b="1" err="1"/>
              <a:t>oplossing</a:t>
            </a:r>
            <a:r>
              <a:rPr lang="fr-BE" b="1"/>
              <a:t> (</a:t>
            </a:r>
            <a:r>
              <a:rPr lang="fr-BE" b="1" err="1"/>
              <a:t>ci.yml</a:t>
            </a:r>
            <a:r>
              <a:rPr lang="fr-BE" b="1"/>
              <a:t>):</a:t>
            </a:r>
            <a:endParaRPr lang="fr-BE"/>
          </a:p>
          <a:p>
            <a:pPr rtl="0"/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Vite +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CI/CD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push: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branches: [ "main" ]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pull_request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branches: [ "main" ]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jobs: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-and-test: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runs-on: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ubuntu-latest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steps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Checkout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repository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uses: actions/checkout@v4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Set up Node.js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uses: actions/setup-node@v4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-version: "18"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Install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dependencies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install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TypeScript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check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type-check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Run tests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test</a:t>
            </a: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run: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run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-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Upload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artifacts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uses: actions/upload-artifact@v4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vite-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endParaRPr lang="fr-BE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BE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</a:t>
            </a:r>
            <a:r>
              <a:rPr lang="fr-BE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</a:p>
          <a:p>
            <a:br>
              <a:rPr lang="fr-BE"/>
            </a:br>
            <a:endParaRPr lang="fr-BE"/>
          </a:p>
          <a:p>
            <a:r>
              <a:rPr lang="en-BE"/>
              <a:t>👉 </a:t>
            </a:r>
            <a:r>
              <a:rPr lang="fr-BE"/>
              <a:t>Na </a:t>
            </a:r>
            <a:r>
              <a:rPr lang="fr-BE" err="1"/>
              <a:t>deze</a:t>
            </a:r>
            <a:r>
              <a:rPr lang="fr-BE"/>
              <a:t> </a:t>
            </a:r>
            <a:r>
              <a:rPr lang="fr-BE" err="1"/>
              <a:t>uitbreiding</a:t>
            </a:r>
            <a:r>
              <a:rPr lang="fr-BE"/>
              <a:t> </a:t>
            </a:r>
            <a:r>
              <a:rPr lang="fr-BE" err="1"/>
              <a:t>kunnen</a:t>
            </a:r>
            <a:r>
              <a:rPr lang="fr-BE"/>
              <a:t> </a:t>
            </a:r>
            <a:r>
              <a:rPr lang="fr-BE" err="1"/>
              <a:t>studenten</a:t>
            </a:r>
            <a:r>
              <a:rPr lang="fr-BE"/>
              <a:t> </a:t>
            </a:r>
            <a:r>
              <a:rPr lang="fr-BE" err="1"/>
              <a:t>zien</a:t>
            </a:r>
            <a:r>
              <a:rPr lang="fr-BE"/>
              <a:t>:</a:t>
            </a:r>
          </a:p>
          <a:p>
            <a:r>
              <a:rPr lang="fr-BE"/>
              <a:t>Of hun </a:t>
            </a:r>
            <a:r>
              <a:rPr lang="fr-BE" b="1" err="1"/>
              <a:t>TypeScript</a:t>
            </a:r>
            <a:r>
              <a:rPr lang="fr-BE" b="1"/>
              <a:t> correct </a:t>
            </a:r>
            <a:r>
              <a:rPr lang="fr-BE" b="1" err="1"/>
              <a:t>compileert</a:t>
            </a:r>
            <a:r>
              <a:rPr lang="fr-BE"/>
              <a:t>.</a:t>
            </a:r>
          </a:p>
          <a:p>
            <a:r>
              <a:rPr lang="fr-BE"/>
              <a:t>Of hun </a:t>
            </a:r>
            <a:r>
              <a:rPr lang="fr-BE" b="1" err="1"/>
              <a:t>testen</a:t>
            </a:r>
            <a:r>
              <a:rPr lang="fr-BE" b="1"/>
              <a:t> </a:t>
            </a:r>
            <a:r>
              <a:rPr lang="fr-BE" b="1" err="1"/>
              <a:t>slagen</a:t>
            </a:r>
            <a:r>
              <a:rPr lang="fr-BE"/>
              <a:t>.</a:t>
            </a:r>
          </a:p>
          <a:p>
            <a:r>
              <a:rPr lang="fr-BE"/>
              <a:t>Dat hun </a:t>
            </a:r>
            <a:r>
              <a:rPr lang="fr-BE" b="1" err="1"/>
              <a:t>build</a:t>
            </a:r>
            <a:r>
              <a:rPr lang="fr-BE" b="1"/>
              <a:t> </a:t>
            </a:r>
            <a:r>
              <a:rPr lang="fr-BE" b="1" err="1"/>
              <a:t>artifacts</a:t>
            </a:r>
            <a:r>
              <a:rPr lang="fr-BE" b="1"/>
              <a:t> (</a:t>
            </a:r>
            <a:r>
              <a:rPr lang="fr-BE" b="1" err="1"/>
              <a:t>dist</a:t>
            </a:r>
            <a:r>
              <a:rPr lang="fr-BE" b="1"/>
              <a:t>/)</a:t>
            </a:r>
            <a:r>
              <a:rPr lang="fr-BE"/>
              <a:t> </a:t>
            </a:r>
            <a:r>
              <a:rPr lang="fr-BE" err="1"/>
              <a:t>beschikbaar</a:t>
            </a:r>
            <a:r>
              <a:rPr lang="fr-BE"/>
              <a:t> </a:t>
            </a:r>
            <a:r>
              <a:rPr lang="fr-BE" err="1"/>
              <a:t>zijn</a:t>
            </a:r>
            <a:r>
              <a:rPr lang="fr-BE"/>
              <a:t> om te </a:t>
            </a:r>
            <a:r>
              <a:rPr lang="fr-BE" err="1"/>
              <a:t>downloaden</a:t>
            </a:r>
            <a:r>
              <a:rPr lang="fr-BE"/>
              <a:t>.</a:t>
            </a:r>
          </a:p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6A927-BCA8-5CDB-E035-2E6C343BB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28090-71CD-49BF-ADBB-3BC5C1C7D744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1343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cursus_do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BD723710-5848-3804-3470-2B4CAC14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0814" b="2597"/>
          <a:stretch/>
        </p:blipFill>
        <p:spPr>
          <a:xfrm rot="10800000">
            <a:off x="-66428" y="4838"/>
            <a:ext cx="10008000" cy="5544000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686C96DC-6B16-BF82-A60F-A14BF0F653F0}"/>
              </a:ext>
            </a:extLst>
          </p:cNvPr>
          <p:cNvSpPr/>
          <p:nvPr userDrawn="1"/>
        </p:nvSpPr>
        <p:spPr>
          <a:xfrm>
            <a:off x="4157045" y="0"/>
            <a:ext cx="8034955" cy="68580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BE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9C6E1E8-4D8A-A379-D340-1A00A2361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956" y="3352800"/>
            <a:ext cx="7274297" cy="4924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 b="0" i="0" cap="all" baseline="0">
                <a:solidFill>
                  <a:schemeClr val="bg1"/>
                </a:solidFill>
                <a:latin typeface="Poppins ExtraBold" pitchFamily="2" charset="77"/>
                <a:cs typeface="Poppins ExtraBold" pitchFamily="2" charset="77"/>
              </a:defRPr>
            </a:lvl1pPr>
          </a:lstStyle>
          <a:p>
            <a:r>
              <a:rPr lang="nl-BE"/>
              <a:t>Cursus naam</a:t>
            </a:r>
          </a:p>
        </p:txBody>
      </p:sp>
      <p:grpSp>
        <p:nvGrpSpPr>
          <p:cNvPr id="5" name="Graphic 2">
            <a:extLst>
              <a:ext uri="{FF2B5EF4-FFF2-40B4-BE49-F238E27FC236}">
                <a16:creationId xmlns:a16="http://schemas.microsoft.com/office/drawing/2014/main" id="{23605EE0-91F2-E244-072B-8CD09ABDA9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4387" y="5616044"/>
            <a:ext cx="1659109" cy="593663"/>
            <a:chOff x="-1597345" y="233060"/>
            <a:chExt cx="9980364" cy="3571175"/>
          </a:xfrm>
        </p:grpSpPr>
        <p:sp>
          <p:nvSpPr>
            <p:cNvPr id="6" name="Vrije vorm 5">
              <a:extLst>
                <a:ext uri="{FF2B5EF4-FFF2-40B4-BE49-F238E27FC236}">
                  <a16:creationId xmlns:a16="http://schemas.microsoft.com/office/drawing/2014/main" id="{B350CD8C-86FE-077E-9BF2-4E79D98EA982}"/>
                </a:ext>
              </a:extLst>
            </p:cNvPr>
            <p:cNvSpPr/>
            <p:nvPr/>
          </p:nvSpPr>
          <p:spPr>
            <a:xfrm flipV="1">
              <a:off x="-1597345" y="1616463"/>
              <a:ext cx="2376671" cy="2156850"/>
            </a:xfrm>
            <a:custGeom>
              <a:avLst/>
              <a:gdLst>
                <a:gd name="connsiteX0" fmla="*/ 1664335 w 2376671"/>
                <a:gd name="connsiteY0" fmla="*/ 2157309 h 2156850"/>
                <a:gd name="connsiteX1" fmla="*/ 1190567 w 2376671"/>
                <a:gd name="connsiteY1" fmla="*/ 618909 h 2156850"/>
                <a:gd name="connsiteX2" fmla="*/ 716799 w 2376671"/>
                <a:gd name="connsiteY2" fmla="*/ 2157309 h 2156850"/>
                <a:gd name="connsiteX3" fmla="*/ 274 w 2376671"/>
                <a:gd name="connsiteY3" fmla="*/ 2157309 h 2156850"/>
                <a:gd name="connsiteX4" fmla="*/ 775544 w 2376671"/>
                <a:gd name="connsiteY4" fmla="*/ 469 h 2156850"/>
                <a:gd name="connsiteX5" fmla="*/ 1601686 w 2376671"/>
                <a:gd name="connsiteY5" fmla="*/ 459 h 2156850"/>
                <a:gd name="connsiteX6" fmla="*/ 2376945 w 2376671"/>
                <a:gd name="connsiteY6" fmla="*/ 2157309 h 215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1" h="2156850">
                  <a:moveTo>
                    <a:pt x="1664335" y="2157309"/>
                  </a:moveTo>
                  <a:lnTo>
                    <a:pt x="1190567" y="618909"/>
                  </a:lnTo>
                  <a:lnTo>
                    <a:pt x="716799" y="2157309"/>
                  </a:lnTo>
                  <a:lnTo>
                    <a:pt x="274" y="2157309"/>
                  </a:lnTo>
                  <a:lnTo>
                    <a:pt x="775544" y="469"/>
                  </a:lnTo>
                  <a:lnTo>
                    <a:pt x="1601686" y="459"/>
                  </a:lnTo>
                  <a:lnTo>
                    <a:pt x="2376945" y="2157309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 6">
              <a:extLst>
                <a:ext uri="{FF2B5EF4-FFF2-40B4-BE49-F238E27FC236}">
                  <a16:creationId xmlns:a16="http://schemas.microsoft.com/office/drawing/2014/main" id="{933893B3-34CB-D5DF-8153-BABE5B6DEFFA}"/>
                </a:ext>
              </a:extLst>
            </p:cNvPr>
            <p:cNvSpPr/>
            <p:nvPr/>
          </p:nvSpPr>
          <p:spPr>
            <a:xfrm flipV="1">
              <a:off x="943753" y="1616470"/>
              <a:ext cx="669528" cy="2156859"/>
            </a:xfrm>
            <a:custGeom>
              <a:avLst/>
              <a:gdLst>
                <a:gd name="connsiteX0" fmla="*/ 669528 w 669528"/>
                <a:gd name="connsiteY0" fmla="*/ 140 h 2156859"/>
                <a:gd name="connsiteX1" fmla="*/ 0 w 669528"/>
                <a:gd name="connsiteY1" fmla="*/ 140 h 2156859"/>
                <a:gd name="connsiteX2" fmla="*/ 0 w 669528"/>
                <a:gd name="connsiteY2" fmla="*/ 2157000 h 2156859"/>
                <a:gd name="connsiteX3" fmla="*/ 669528 w 669528"/>
                <a:gd name="connsiteY3" fmla="*/ 2157000 h 2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528" h="2156859">
                  <a:moveTo>
                    <a:pt x="669528" y="140"/>
                  </a:moveTo>
                  <a:lnTo>
                    <a:pt x="0" y="140"/>
                  </a:lnTo>
                  <a:lnTo>
                    <a:pt x="0" y="2157000"/>
                  </a:lnTo>
                  <a:lnTo>
                    <a:pt x="669528" y="2157000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 7">
              <a:extLst>
                <a:ext uri="{FF2B5EF4-FFF2-40B4-BE49-F238E27FC236}">
                  <a16:creationId xmlns:a16="http://schemas.microsoft.com/office/drawing/2014/main" id="{409F1986-8A6C-5CDA-F7D6-84A45D9A5609}"/>
                </a:ext>
              </a:extLst>
            </p:cNvPr>
            <p:cNvSpPr/>
            <p:nvPr/>
          </p:nvSpPr>
          <p:spPr>
            <a:xfrm flipV="1">
              <a:off x="1773807" y="1616468"/>
              <a:ext cx="2376670" cy="2156860"/>
            </a:xfrm>
            <a:custGeom>
              <a:avLst/>
              <a:gdLst>
                <a:gd name="connsiteX0" fmla="*/ 1190854 w 2376670"/>
                <a:gd name="connsiteY0" fmla="*/ 618757 h 2156860"/>
                <a:gd name="connsiteX1" fmla="*/ 1664622 w 2376670"/>
                <a:gd name="connsiteY1" fmla="*/ 2157167 h 2156860"/>
                <a:gd name="connsiteX2" fmla="*/ 2377232 w 2376670"/>
                <a:gd name="connsiteY2" fmla="*/ 2157167 h 2156860"/>
                <a:gd name="connsiteX3" fmla="*/ 1601972 w 2376670"/>
                <a:gd name="connsiteY3" fmla="*/ 307 h 2156860"/>
                <a:gd name="connsiteX4" fmla="*/ 775820 w 2376670"/>
                <a:gd name="connsiteY4" fmla="*/ 307 h 2156860"/>
                <a:gd name="connsiteX5" fmla="*/ 560 w 2376670"/>
                <a:gd name="connsiteY5" fmla="*/ 2157167 h 2156860"/>
                <a:gd name="connsiteX6" fmla="*/ 717086 w 2376670"/>
                <a:gd name="connsiteY6" fmla="*/ 2157167 h 215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6670" h="2156860">
                  <a:moveTo>
                    <a:pt x="1190854" y="618757"/>
                  </a:moveTo>
                  <a:lnTo>
                    <a:pt x="1664622" y="2157167"/>
                  </a:lnTo>
                  <a:lnTo>
                    <a:pt x="2377232" y="2157167"/>
                  </a:lnTo>
                  <a:lnTo>
                    <a:pt x="1601972" y="307"/>
                  </a:lnTo>
                  <a:lnTo>
                    <a:pt x="775820" y="307"/>
                  </a:lnTo>
                  <a:lnTo>
                    <a:pt x="560" y="2157167"/>
                  </a:lnTo>
                  <a:lnTo>
                    <a:pt x="717086" y="2157167"/>
                  </a:lnTo>
                  <a:close/>
                </a:path>
              </a:pathLst>
            </a:custGeom>
            <a:solidFill>
              <a:srgbClr val="231F20"/>
            </a:solidFill>
            <a:ln w="10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5A0BF70C-887D-F707-140F-C0E226112F2A}"/>
                </a:ext>
              </a:extLst>
            </p:cNvPr>
            <p:cNvGrpSpPr/>
            <p:nvPr/>
          </p:nvGrpSpPr>
          <p:grpSpPr>
            <a:xfrm>
              <a:off x="184698" y="233060"/>
              <a:ext cx="8198320" cy="3571175"/>
              <a:chOff x="184698" y="233060"/>
              <a:chExt cx="8198320" cy="3571175"/>
            </a:xfrm>
          </p:grpSpPr>
          <p:sp>
            <p:nvSpPr>
              <p:cNvPr id="10" name="Vrije vorm 9">
                <a:extLst>
                  <a:ext uri="{FF2B5EF4-FFF2-40B4-BE49-F238E27FC236}">
                    <a16:creationId xmlns:a16="http://schemas.microsoft.com/office/drawing/2014/main" id="{EE5C3A3C-39A1-0852-B85A-3F3079EF6C6A}"/>
                  </a:ext>
                </a:extLst>
              </p:cNvPr>
              <p:cNvSpPr/>
              <p:nvPr/>
            </p:nvSpPr>
            <p:spPr>
              <a:xfrm flipV="1">
                <a:off x="4181769" y="1585525"/>
                <a:ext cx="2192617" cy="2218711"/>
              </a:xfrm>
              <a:custGeom>
                <a:avLst/>
                <a:gdLst>
                  <a:gd name="connsiteX0" fmla="*/ 2181767 w 2192617"/>
                  <a:gd name="connsiteY0" fmla="*/ 951222 h 2218711"/>
                  <a:gd name="connsiteX1" fmla="*/ 666509 w 2192617"/>
                  <a:gd name="connsiteY1" fmla="*/ 951222 h 2218711"/>
                  <a:gd name="connsiteX2" fmla="*/ 797676 w 2192617"/>
                  <a:gd name="connsiteY2" fmla="*/ 643920 h 2218711"/>
                  <a:gd name="connsiteX3" fmla="*/ 1081543 w 2192617"/>
                  <a:gd name="connsiteY3" fmla="*/ 537635 h 2218711"/>
                  <a:gd name="connsiteX4" fmla="*/ 1430021 w 2192617"/>
                  <a:gd name="connsiteY4" fmla="*/ 746347 h 2218711"/>
                  <a:gd name="connsiteX5" fmla="*/ 2142631 w 2192617"/>
                  <a:gd name="connsiteY5" fmla="*/ 746347 h 2218711"/>
                  <a:gd name="connsiteX6" fmla="*/ 1944878 w 2192617"/>
                  <a:gd name="connsiteY6" fmla="*/ 363697 h 2218711"/>
                  <a:gd name="connsiteX7" fmla="*/ 1586646 w 2192617"/>
                  <a:gd name="connsiteY7" fmla="*/ 96961 h 2218711"/>
                  <a:gd name="connsiteX8" fmla="*/ 1105016 w 2192617"/>
                  <a:gd name="connsiteY8" fmla="*/ 337 h 2218711"/>
                  <a:gd name="connsiteX9" fmla="*/ 533368 w 2192617"/>
                  <a:gd name="connsiteY9" fmla="*/ 135623 h 2218711"/>
                  <a:gd name="connsiteX10" fmla="*/ 141858 w 2192617"/>
                  <a:gd name="connsiteY10" fmla="*/ 522162 h 2218711"/>
                  <a:gd name="connsiteX11" fmla="*/ 896 w 2192617"/>
                  <a:gd name="connsiteY11" fmla="*/ 1109697 h 2218711"/>
                  <a:gd name="connsiteX12" fmla="*/ 139865 w 2192617"/>
                  <a:gd name="connsiteY12" fmla="*/ 1697232 h 2218711"/>
                  <a:gd name="connsiteX13" fmla="*/ 529463 w 2192617"/>
                  <a:gd name="connsiteY13" fmla="*/ 2083761 h 2218711"/>
                  <a:gd name="connsiteX14" fmla="*/ 1105016 w 2192617"/>
                  <a:gd name="connsiteY14" fmla="*/ 2219048 h 2218711"/>
                  <a:gd name="connsiteX15" fmla="*/ 1668853 w 2192617"/>
                  <a:gd name="connsiteY15" fmla="*/ 2087619 h 2218711"/>
                  <a:gd name="connsiteX16" fmla="*/ 2054515 w 2192617"/>
                  <a:gd name="connsiteY16" fmla="*/ 1712685 h 2218711"/>
                  <a:gd name="connsiteX17" fmla="*/ 2193514 w 2192617"/>
                  <a:gd name="connsiteY17" fmla="*/ 1144471 h 2218711"/>
                  <a:gd name="connsiteX18" fmla="*/ 2181767 w 2192617"/>
                  <a:gd name="connsiteY18" fmla="*/ 951222 h 2218711"/>
                  <a:gd name="connsiteX19" fmla="*/ 1508333 w 2192617"/>
                  <a:gd name="connsiteY19" fmla="*/ 1318430 h 2218711"/>
                  <a:gd name="connsiteX20" fmla="*/ 1390845 w 2192617"/>
                  <a:gd name="connsiteY20" fmla="*/ 1588993 h 2218711"/>
                  <a:gd name="connsiteX21" fmla="*/ 1097205 w 2192617"/>
                  <a:gd name="connsiteY21" fmla="*/ 1689496 h 2218711"/>
                  <a:gd name="connsiteX22" fmla="*/ 813339 w 2192617"/>
                  <a:gd name="connsiteY22" fmla="*/ 1592871 h 2218711"/>
                  <a:gd name="connsiteX23" fmla="*/ 670424 w 2192617"/>
                  <a:gd name="connsiteY23" fmla="*/ 1318430 h 2218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92617" h="2218711">
                    <a:moveTo>
                      <a:pt x="2181767" y="951222"/>
                    </a:moveTo>
                    <a:lnTo>
                      <a:pt x="666509" y="951222"/>
                    </a:lnTo>
                    <a:cubicBezTo>
                      <a:pt x="676920" y="817201"/>
                      <a:pt x="720639" y="714774"/>
                      <a:pt x="797676" y="643920"/>
                    </a:cubicBezTo>
                    <a:cubicBezTo>
                      <a:pt x="874643" y="573026"/>
                      <a:pt x="969275" y="537635"/>
                      <a:pt x="1081543" y="537635"/>
                    </a:cubicBezTo>
                    <a:cubicBezTo>
                      <a:pt x="1248578" y="537635"/>
                      <a:pt x="1364741" y="607203"/>
                      <a:pt x="1430021" y="746347"/>
                    </a:cubicBezTo>
                    <a:lnTo>
                      <a:pt x="2142631" y="746347"/>
                    </a:lnTo>
                    <a:cubicBezTo>
                      <a:pt x="2106045" y="604610"/>
                      <a:pt x="2040158" y="477050"/>
                      <a:pt x="1944878" y="363697"/>
                    </a:cubicBezTo>
                    <a:cubicBezTo>
                      <a:pt x="1849598" y="250262"/>
                      <a:pt x="1730157" y="161354"/>
                      <a:pt x="1586646" y="96961"/>
                    </a:cubicBezTo>
                    <a:cubicBezTo>
                      <a:pt x="1443053" y="32528"/>
                      <a:pt x="1282523" y="337"/>
                      <a:pt x="1105016" y="337"/>
                    </a:cubicBezTo>
                    <a:cubicBezTo>
                      <a:pt x="890973" y="337"/>
                      <a:pt x="700404" y="45398"/>
                      <a:pt x="533368" y="135623"/>
                    </a:cubicBezTo>
                    <a:cubicBezTo>
                      <a:pt x="366302" y="225808"/>
                      <a:pt x="235833" y="354634"/>
                      <a:pt x="141858" y="522162"/>
                    </a:cubicBezTo>
                    <a:cubicBezTo>
                      <a:pt x="47884" y="689640"/>
                      <a:pt x="896" y="885502"/>
                      <a:pt x="896" y="1109697"/>
                    </a:cubicBezTo>
                    <a:cubicBezTo>
                      <a:pt x="896" y="1333892"/>
                      <a:pt x="47206" y="1529683"/>
                      <a:pt x="139865" y="1697232"/>
                    </a:cubicBezTo>
                    <a:cubicBezTo>
                      <a:pt x="232494" y="1864710"/>
                      <a:pt x="362407" y="1993516"/>
                      <a:pt x="529463" y="2083761"/>
                    </a:cubicBezTo>
                    <a:cubicBezTo>
                      <a:pt x="696488" y="2173925"/>
                      <a:pt x="888353" y="2219048"/>
                      <a:pt x="1105016" y="2219048"/>
                    </a:cubicBezTo>
                    <a:cubicBezTo>
                      <a:pt x="1316479" y="2219048"/>
                      <a:pt x="1504418" y="2175201"/>
                      <a:pt x="1668853" y="2087619"/>
                    </a:cubicBezTo>
                    <a:cubicBezTo>
                      <a:pt x="1833298" y="1999997"/>
                      <a:pt x="1961856" y="1875039"/>
                      <a:pt x="2054515" y="1712685"/>
                    </a:cubicBezTo>
                    <a:cubicBezTo>
                      <a:pt x="2147144" y="1550341"/>
                      <a:pt x="2193514" y="1360940"/>
                      <a:pt x="2193514" y="1144471"/>
                    </a:cubicBezTo>
                    <a:cubicBezTo>
                      <a:pt x="2193514" y="1082630"/>
                      <a:pt x="2189608" y="1018186"/>
                      <a:pt x="2181767" y="951222"/>
                    </a:cubicBezTo>
                    <a:moveTo>
                      <a:pt x="1508333" y="1318430"/>
                    </a:moveTo>
                    <a:cubicBezTo>
                      <a:pt x="1508333" y="1431783"/>
                      <a:pt x="1469157" y="1521957"/>
                      <a:pt x="1390845" y="1588993"/>
                    </a:cubicBezTo>
                    <a:cubicBezTo>
                      <a:pt x="1312543" y="1655978"/>
                      <a:pt x="1214663" y="1689496"/>
                      <a:pt x="1097205" y="1689496"/>
                    </a:cubicBezTo>
                    <a:cubicBezTo>
                      <a:pt x="984948" y="1689496"/>
                      <a:pt x="890295" y="1657234"/>
                      <a:pt x="813339" y="1592871"/>
                    </a:cubicBezTo>
                    <a:cubicBezTo>
                      <a:pt x="736312" y="1528418"/>
                      <a:pt x="688647" y="1436917"/>
                      <a:pt x="670424" y="13184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1" name="Vrije vorm 10">
                <a:extLst>
                  <a:ext uri="{FF2B5EF4-FFF2-40B4-BE49-F238E27FC236}">
                    <a16:creationId xmlns:a16="http://schemas.microsoft.com/office/drawing/2014/main" id="{43571A6D-F003-1CD0-0E6E-774929F59AD1}"/>
                  </a:ext>
                </a:extLst>
              </p:cNvPr>
              <p:cNvSpPr/>
              <p:nvPr/>
            </p:nvSpPr>
            <p:spPr>
              <a:xfrm flipV="1">
                <a:off x="6491878" y="1585525"/>
                <a:ext cx="1891136" cy="2218701"/>
              </a:xfrm>
              <a:custGeom>
                <a:avLst/>
                <a:gdLst>
                  <a:gd name="connsiteX0" fmla="*/ 498200 w 1891136"/>
                  <a:gd name="connsiteY0" fmla="*/ 96877 h 2218701"/>
                  <a:gd name="connsiteX1" fmla="*/ 145815 w 1891136"/>
                  <a:gd name="connsiteY1" fmla="*/ 361658 h 2218701"/>
                  <a:gd name="connsiteX2" fmla="*/ 958 w 1891136"/>
                  <a:gd name="connsiteY2" fmla="*/ 738527 h 2218701"/>
                  <a:gd name="connsiteX3" fmla="*/ 662635 w 1891136"/>
                  <a:gd name="connsiteY3" fmla="*/ 738527 h 2218701"/>
                  <a:gd name="connsiteX4" fmla="*/ 768366 w 1891136"/>
                  <a:gd name="connsiteY4" fmla="*/ 556852 h 2218701"/>
                  <a:gd name="connsiteX5" fmla="*/ 999387 w 1891136"/>
                  <a:gd name="connsiteY5" fmla="*/ 487274 h 2218701"/>
                  <a:gd name="connsiteX6" fmla="*/ 1193194 w 1891136"/>
                  <a:gd name="connsiteY6" fmla="*/ 535607 h 2218701"/>
                  <a:gd name="connsiteX7" fmla="*/ 1261702 w 1891136"/>
                  <a:gd name="connsiteY7" fmla="*/ 661233 h 2218701"/>
                  <a:gd name="connsiteX8" fmla="*/ 1163832 w 1891136"/>
                  <a:gd name="connsiteY8" fmla="*/ 798433 h 2218701"/>
                  <a:gd name="connsiteX9" fmla="*/ 846678 w 1891136"/>
                  <a:gd name="connsiteY9" fmla="*/ 897012 h 2218701"/>
                  <a:gd name="connsiteX10" fmla="*/ 455118 w 1891136"/>
                  <a:gd name="connsiteY10" fmla="*/ 1011024 h 2218701"/>
                  <a:gd name="connsiteX11" fmla="*/ 184961 w 1891136"/>
                  <a:gd name="connsiteY11" fmla="*/ 1200445 h 2218701"/>
                  <a:gd name="connsiteX12" fmla="*/ 71419 w 1891136"/>
                  <a:gd name="connsiteY12" fmla="*/ 1550236 h 2218701"/>
                  <a:gd name="connsiteX13" fmla="*/ 175198 w 1891136"/>
                  <a:gd name="connsiteY13" fmla="*/ 1888473 h 2218701"/>
                  <a:gd name="connsiteX14" fmla="*/ 480584 w 1891136"/>
                  <a:gd name="connsiteY14" fmla="*/ 2130035 h 2218701"/>
                  <a:gd name="connsiteX15" fmla="*/ 960211 w 1891136"/>
                  <a:gd name="connsiteY15" fmla="*/ 2218953 h 2218701"/>
                  <a:gd name="connsiteX16" fmla="*/ 1608218 w 1891136"/>
                  <a:gd name="connsiteY16" fmla="*/ 2017947 h 2218701"/>
                  <a:gd name="connsiteX17" fmla="*/ 1880337 w 1891136"/>
                  <a:gd name="connsiteY17" fmla="*/ 1484537 h 2218701"/>
                  <a:gd name="connsiteX18" fmla="*/ 1261702 w 1891136"/>
                  <a:gd name="connsiteY18" fmla="*/ 1484537 h 2218701"/>
                  <a:gd name="connsiteX19" fmla="*/ 1161869 w 1891136"/>
                  <a:gd name="connsiteY19" fmla="*/ 1662354 h 2218701"/>
                  <a:gd name="connsiteX20" fmla="*/ 940653 w 1891136"/>
                  <a:gd name="connsiteY20" fmla="*/ 1728043 h 2218701"/>
                  <a:gd name="connsiteX21" fmla="*/ 760545 w 1891136"/>
                  <a:gd name="connsiteY21" fmla="*/ 1683599 h 2218701"/>
                  <a:gd name="connsiteX22" fmla="*/ 697906 w 1891136"/>
                  <a:gd name="connsiteY22" fmla="*/ 1561851 h 2218701"/>
                  <a:gd name="connsiteX23" fmla="*/ 797738 w 1891136"/>
                  <a:gd name="connsiteY23" fmla="*/ 1422696 h 2218701"/>
                  <a:gd name="connsiteX24" fmla="*/ 1109024 w 1891136"/>
                  <a:gd name="connsiteY24" fmla="*/ 1329920 h 2218701"/>
                  <a:gd name="connsiteX25" fmla="*/ 1504480 w 1891136"/>
                  <a:gd name="connsiteY25" fmla="*/ 1208172 h 2218701"/>
                  <a:gd name="connsiteX26" fmla="*/ 1772694 w 1891136"/>
                  <a:gd name="connsiteY26" fmla="*/ 1014902 h 2218701"/>
                  <a:gd name="connsiteX27" fmla="*/ 1892094 w 1891136"/>
                  <a:gd name="connsiteY27" fmla="*/ 657344 h 2218701"/>
                  <a:gd name="connsiteX28" fmla="*/ 1784410 w 1891136"/>
                  <a:gd name="connsiteY28" fmla="*/ 319148 h 2218701"/>
                  <a:gd name="connsiteX29" fmla="*/ 1475118 w 1891136"/>
                  <a:gd name="connsiteY29" fmla="*/ 85282 h 2218701"/>
                  <a:gd name="connsiteX30" fmla="*/ 1007198 w 1891136"/>
                  <a:gd name="connsiteY30" fmla="*/ 252 h 2218701"/>
                  <a:gd name="connsiteX31" fmla="*/ 498200 w 1891136"/>
                  <a:gd name="connsiteY31" fmla="*/ 96877 h 2218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891136" h="2218701">
                    <a:moveTo>
                      <a:pt x="498200" y="96877"/>
                    </a:moveTo>
                    <a:cubicBezTo>
                      <a:pt x="349427" y="161270"/>
                      <a:pt x="231939" y="249560"/>
                      <a:pt x="145815" y="361658"/>
                    </a:cubicBezTo>
                    <a:cubicBezTo>
                      <a:pt x="59662" y="473755"/>
                      <a:pt x="11359" y="599382"/>
                      <a:pt x="958" y="738527"/>
                    </a:cubicBezTo>
                    <a:lnTo>
                      <a:pt x="662635" y="738527"/>
                    </a:lnTo>
                    <a:cubicBezTo>
                      <a:pt x="670486" y="663764"/>
                      <a:pt x="705717" y="603240"/>
                      <a:pt x="768366" y="556852"/>
                    </a:cubicBezTo>
                    <a:cubicBezTo>
                      <a:pt x="831006" y="510463"/>
                      <a:pt x="907972" y="487274"/>
                      <a:pt x="999387" y="487274"/>
                    </a:cubicBezTo>
                    <a:cubicBezTo>
                      <a:pt x="1082879" y="487274"/>
                      <a:pt x="1147492" y="503344"/>
                      <a:pt x="1193194" y="535607"/>
                    </a:cubicBezTo>
                    <a:cubicBezTo>
                      <a:pt x="1238836" y="567788"/>
                      <a:pt x="1261702" y="609640"/>
                      <a:pt x="1261702" y="661233"/>
                    </a:cubicBezTo>
                    <a:cubicBezTo>
                      <a:pt x="1261702" y="723074"/>
                      <a:pt x="1229032" y="768794"/>
                      <a:pt x="1163832" y="798433"/>
                    </a:cubicBezTo>
                    <a:cubicBezTo>
                      <a:pt x="1098552" y="828022"/>
                      <a:pt x="992810" y="860892"/>
                      <a:pt x="846678" y="897012"/>
                    </a:cubicBezTo>
                    <a:cubicBezTo>
                      <a:pt x="690054" y="933072"/>
                      <a:pt x="559504" y="971056"/>
                      <a:pt x="455118" y="1011024"/>
                    </a:cubicBezTo>
                    <a:cubicBezTo>
                      <a:pt x="350712" y="1050962"/>
                      <a:pt x="260643" y="1114068"/>
                      <a:pt x="184961" y="1200445"/>
                    </a:cubicBezTo>
                    <a:cubicBezTo>
                      <a:pt x="109239" y="1286741"/>
                      <a:pt x="71419" y="1403375"/>
                      <a:pt x="71419" y="1550236"/>
                    </a:cubicBezTo>
                    <a:cubicBezTo>
                      <a:pt x="71419" y="1673939"/>
                      <a:pt x="105971" y="1786634"/>
                      <a:pt x="175198" y="1888473"/>
                    </a:cubicBezTo>
                    <a:cubicBezTo>
                      <a:pt x="244303" y="1990232"/>
                      <a:pt x="346128" y="2070736"/>
                      <a:pt x="480584" y="2130035"/>
                    </a:cubicBezTo>
                    <a:cubicBezTo>
                      <a:pt x="615020" y="2189294"/>
                      <a:pt x="774872" y="2218953"/>
                      <a:pt x="960211" y="2218953"/>
                    </a:cubicBezTo>
                    <a:cubicBezTo>
                      <a:pt x="1234323" y="2218953"/>
                      <a:pt x="1450258" y="2151908"/>
                      <a:pt x="1608218" y="2017947"/>
                    </a:cubicBezTo>
                    <a:cubicBezTo>
                      <a:pt x="1766117" y="1883927"/>
                      <a:pt x="1856864" y="1706120"/>
                      <a:pt x="1880337" y="1484537"/>
                    </a:cubicBezTo>
                    <a:lnTo>
                      <a:pt x="1261702" y="1484537"/>
                    </a:lnTo>
                    <a:cubicBezTo>
                      <a:pt x="1251271" y="1559249"/>
                      <a:pt x="1217983" y="1618497"/>
                      <a:pt x="1161869" y="1662354"/>
                    </a:cubicBezTo>
                    <a:cubicBezTo>
                      <a:pt x="1105715" y="1706120"/>
                      <a:pt x="1031997" y="1728043"/>
                      <a:pt x="940653" y="1728043"/>
                    </a:cubicBezTo>
                    <a:cubicBezTo>
                      <a:pt x="862341" y="1728043"/>
                      <a:pt x="802241" y="1713208"/>
                      <a:pt x="760545" y="1683599"/>
                    </a:cubicBezTo>
                    <a:cubicBezTo>
                      <a:pt x="718748" y="1653959"/>
                      <a:pt x="697906" y="1613363"/>
                      <a:pt x="697906" y="1561851"/>
                    </a:cubicBezTo>
                    <a:cubicBezTo>
                      <a:pt x="697906" y="1500000"/>
                      <a:pt x="731173" y="1453622"/>
                      <a:pt x="797738" y="1422696"/>
                    </a:cubicBezTo>
                    <a:cubicBezTo>
                      <a:pt x="864294" y="1391771"/>
                      <a:pt x="968062" y="1360845"/>
                      <a:pt x="1109024" y="1329920"/>
                    </a:cubicBezTo>
                    <a:cubicBezTo>
                      <a:pt x="1270828" y="1288675"/>
                      <a:pt x="1402654" y="1248089"/>
                      <a:pt x="1504480" y="1208172"/>
                    </a:cubicBezTo>
                    <a:cubicBezTo>
                      <a:pt x="1606265" y="1168193"/>
                      <a:pt x="1695656" y="1103800"/>
                      <a:pt x="1772694" y="1014902"/>
                    </a:cubicBezTo>
                    <a:cubicBezTo>
                      <a:pt x="1849660" y="925994"/>
                      <a:pt x="1889464" y="806788"/>
                      <a:pt x="1892094" y="657344"/>
                    </a:cubicBezTo>
                    <a:cubicBezTo>
                      <a:pt x="1892094" y="531070"/>
                      <a:pt x="1856186" y="418314"/>
                      <a:pt x="1784410" y="319148"/>
                    </a:cubicBezTo>
                    <a:cubicBezTo>
                      <a:pt x="1712604" y="219901"/>
                      <a:pt x="1609503" y="141939"/>
                      <a:pt x="1475118" y="85282"/>
                    </a:cubicBezTo>
                    <a:cubicBezTo>
                      <a:pt x="1340611" y="28626"/>
                      <a:pt x="1184705" y="252"/>
                      <a:pt x="1007198" y="252"/>
                    </a:cubicBezTo>
                    <a:cubicBezTo>
                      <a:pt x="816628" y="252"/>
                      <a:pt x="646972" y="32433"/>
                      <a:pt x="498200" y="96877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2" name="Vrije vorm 11">
                <a:extLst>
                  <a:ext uri="{FF2B5EF4-FFF2-40B4-BE49-F238E27FC236}">
                    <a16:creationId xmlns:a16="http://schemas.microsoft.com/office/drawing/2014/main" id="{BDA01CA1-2E5C-18C7-35EA-5682411743D3}"/>
                  </a:ext>
                </a:extLst>
              </p:cNvPr>
              <p:cNvSpPr/>
              <p:nvPr/>
            </p:nvSpPr>
            <p:spPr>
              <a:xfrm flipV="1">
                <a:off x="2964500" y="341269"/>
                <a:ext cx="507440" cy="711794"/>
              </a:xfrm>
              <a:custGeom>
                <a:avLst/>
                <a:gdLst>
                  <a:gd name="connsiteX0" fmla="*/ 408097 w 507440"/>
                  <a:gd name="connsiteY0" fmla="*/ 514300 h 711794"/>
                  <a:gd name="connsiteX1" fmla="*/ 481613 w 507440"/>
                  <a:gd name="connsiteY1" fmla="*/ 436389 h 711794"/>
                  <a:gd name="connsiteX2" fmla="*/ 508041 w 507440"/>
                  <a:gd name="connsiteY2" fmla="*/ 312788 h 711794"/>
                  <a:gd name="connsiteX3" fmla="*/ 508041 w 507440"/>
                  <a:gd name="connsiteY3" fmla="*/ 171 h 711794"/>
                  <a:gd name="connsiteX4" fmla="*/ 373494 w 507440"/>
                  <a:gd name="connsiteY4" fmla="*/ 171 h 711794"/>
                  <a:gd name="connsiteX5" fmla="*/ 373494 w 507440"/>
                  <a:gd name="connsiteY5" fmla="*/ 294510 h 711794"/>
                  <a:gd name="connsiteX6" fmla="*/ 341774 w 507440"/>
                  <a:gd name="connsiteY6" fmla="*/ 392137 h 711794"/>
                  <a:gd name="connsiteX7" fmla="*/ 255277 w 507440"/>
                  <a:gd name="connsiteY7" fmla="*/ 426283 h 711794"/>
                  <a:gd name="connsiteX8" fmla="*/ 167343 w 507440"/>
                  <a:gd name="connsiteY8" fmla="*/ 392137 h 711794"/>
                  <a:gd name="connsiteX9" fmla="*/ 135148 w 507440"/>
                  <a:gd name="connsiteY9" fmla="*/ 294510 h 711794"/>
                  <a:gd name="connsiteX10" fmla="*/ 135148 w 507440"/>
                  <a:gd name="connsiteY10" fmla="*/ 171 h 711794"/>
                  <a:gd name="connsiteX11" fmla="*/ 601 w 507440"/>
                  <a:gd name="connsiteY11" fmla="*/ 171 h 711794"/>
                  <a:gd name="connsiteX12" fmla="*/ 601 w 507440"/>
                  <a:gd name="connsiteY12" fmla="*/ 711965 h 711794"/>
                  <a:gd name="connsiteX13" fmla="*/ 135148 w 507440"/>
                  <a:gd name="connsiteY13" fmla="*/ 711965 h 711794"/>
                  <a:gd name="connsiteX14" fmla="*/ 135148 w 507440"/>
                  <a:gd name="connsiteY14" fmla="*/ 466687 h 711794"/>
                  <a:gd name="connsiteX15" fmla="*/ 204344 w 507440"/>
                  <a:gd name="connsiteY15" fmla="*/ 521024 h 711794"/>
                  <a:gd name="connsiteX16" fmla="*/ 300443 w 507440"/>
                  <a:gd name="connsiteY16" fmla="*/ 540750 h 711794"/>
                  <a:gd name="connsiteX17" fmla="*/ 408097 w 50744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40" h="711794">
                    <a:moveTo>
                      <a:pt x="408097" y="514300"/>
                    </a:moveTo>
                    <a:cubicBezTo>
                      <a:pt x="439472" y="496650"/>
                      <a:pt x="463978" y="470687"/>
                      <a:pt x="481613" y="436389"/>
                    </a:cubicBezTo>
                    <a:cubicBezTo>
                      <a:pt x="499238" y="402071"/>
                      <a:pt x="508041" y="360878"/>
                      <a:pt x="508041" y="312788"/>
                    </a:cubicBezTo>
                    <a:lnTo>
                      <a:pt x="508041" y="171"/>
                    </a:lnTo>
                    <a:lnTo>
                      <a:pt x="373494" y="171"/>
                    </a:lnTo>
                    <a:lnTo>
                      <a:pt x="373494" y="294510"/>
                    </a:lnTo>
                    <a:cubicBezTo>
                      <a:pt x="373494" y="336828"/>
                      <a:pt x="362921" y="369363"/>
                      <a:pt x="341774" y="392137"/>
                    </a:cubicBezTo>
                    <a:cubicBezTo>
                      <a:pt x="320638" y="414891"/>
                      <a:pt x="291802" y="426283"/>
                      <a:pt x="255277" y="426283"/>
                    </a:cubicBezTo>
                    <a:cubicBezTo>
                      <a:pt x="218114" y="426283"/>
                      <a:pt x="188803" y="414891"/>
                      <a:pt x="167343" y="392137"/>
                    </a:cubicBezTo>
                    <a:cubicBezTo>
                      <a:pt x="145863" y="369363"/>
                      <a:pt x="135148" y="336828"/>
                      <a:pt x="135148" y="294510"/>
                    </a:cubicBezTo>
                    <a:lnTo>
                      <a:pt x="135148" y="171"/>
                    </a:lnTo>
                    <a:lnTo>
                      <a:pt x="601" y="171"/>
                    </a:lnTo>
                    <a:lnTo>
                      <a:pt x="601" y="711965"/>
                    </a:lnTo>
                    <a:lnTo>
                      <a:pt x="135148" y="711965"/>
                    </a:lnTo>
                    <a:lnTo>
                      <a:pt x="135148" y="466687"/>
                    </a:lnTo>
                    <a:cubicBezTo>
                      <a:pt x="152439" y="489775"/>
                      <a:pt x="175508" y="507880"/>
                      <a:pt x="204344" y="521024"/>
                    </a:cubicBezTo>
                    <a:cubicBezTo>
                      <a:pt x="233170" y="534168"/>
                      <a:pt x="265203" y="540750"/>
                      <a:pt x="300443" y="540750"/>
                    </a:cubicBezTo>
                    <a:cubicBezTo>
                      <a:pt x="340813" y="540750"/>
                      <a:pt x="376691" y="531920"/>
                      <a:pt x="408097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3" name="Vrije vorm 12">
                <a:extLst>
                  <a:ext uri="{FF2B5EF4-FFF2-40B4-BE49-F238E27FC236}">
                    <a16:creationId xmlns:a16="http://schemas.microsoft.com/office/drawing/2014/main" id="{3827454A-37D6-E21C-17FC-D301D16FB206}"/>
                  </a:ext>
                </a:extLst>
              </p:cNvPr>
              <p:cNvSpPr/>
              <p:nvPr/>
            </p:nvSpPr>
            <p:spPr>
              <a:xfrm flipV="1">
                <a:off x="3546906" y="511524"/>
                <a:ext cx="547820" cy="550199"/>
              </a:xfrm>
              <a:custGeom>
                <a:avLst/>
                <a:gdLst>
                  <a:gd name="connsiteX0" fmla="*/ 339437 w 547820"/>
                  <a:gd name="connsiteY0" fmla="*/ 135295 h 550199"/>
                  <a:gd name="connsiteX1" fmla="*/ 390856 w 547820"/>
                  <a:gd name="connsiteY1" fmla="*/ 188680 h 550199"/>
                  <a:gd name="connsiteX2" fmla="*/ 410080 w 547820"/>
                  <a:gd name="connsiteY2" fmla="*/ 275250 h 550199"/>
                  <a:gd name="connsiteX3" fmla="*/ 370196 w 547820"/>
                  <a:gd name="connsiteY3" fmla="*/ 392117 h 550199"/>
                  <a:gd name="connsiteX4" fmla="*/ 272639 w 547820"/>
                  <a:gd name="connsiteY4" fmla="*/ 433006 h 550199"/>
                  <a:gd name="connsiteX5" fmla="*/ 176054 w 547820"/>
                  <a:gd name="connsiteY5" fmla="*/ 392117 h 550199"/>
                  <a:gd name="connsiteX6" fmla="*/ 137121 w 547820"/>
                  <a:gd name="connsiteY6" fmla="*/ 275250 h 550199"/>
                  <a:gd name="connsiteX7" fmla="*/ 175093 w 547820"/>
                  <a:gd name="connsiteY7" fmla="*/ 158383 h 550199"/>
                  <a:gd name="connsiteX8" fmla="*/ 270717 w 547820"/>
                  <a:gd name="connsiteY8" fmla="*/ 117503 h 550199"/>
                  <a:gd name="connsiteX9" fmla="*/ 339437 w 547820"/>
                  <a:gd name="connsiteY9" fmla="*/ 135295 h 550199"/>
                  <a:gd name="connsiteX10" fmla="*/ 132325 w 547820"/>
                  <a:gd name="connsiteY10" fmla="*/ 34296 h 550199"/>
                  <a:gd name="connsiteX11" fmla="*/ 35730 w 547820"/>
                  <a:gd name="connsiteY11" fmla="*/ 130961 h 550199"/>
                  <a:gd name="connsiteX12" fmla="*/ 652 w 547820"/>
                  <a:gd name="connsiteY12" fmla="*/ 275250 h 550199"/>
                  <a:gd name="connsiteX13" fmla="*/ 36691 w 547820"/>
                  <a:gd name="connsiteY13" fmla="*/ 419528 h 550199"/>
                  <a:gd name="connsiteX14" fmla="*/ 135209 w 547820"/>
                  <a:gd name="connsiteY14" fmla="*/ 516204 h 550199"/>
                  <a:gd name="connsiteX15" fmla="*/ 274562 w 547820"/>
                  <a:gd name="connsiteY15" fmla="*/ 550349 h 550199"/>
                  <a:gd name="connsiteX16" fmla="*/ 413925 w 547820"/>
                  <a:gd name="connsiteY16" fmla="*/ 516204 h 550199"/>
                  <a:gd name="connsiteX17" fmla="*/ 512432 w 547820"/>
                  <a:gd name="connsiteY17" fmla="*/ 419528 h 550199"/>
                  <a:gd name="connsiteX18" fmla="*/ 548472 w 547820"/>
                  <a:gd name="connsiteY18" fmla="*/ 275250 h 550199"/>
                  <a:gd name="connsiteX19" fmla="*/ 511471 w 547820"/>
                  <a:gd name="connsiteY19" fmla="*/ 130961 h 550199"/>
                  <a:gd name="connsiteX20" fmla="*/ 411517 w 547820"/>
                  <a:gd name="connsiteY20" fmla="*/ 34296 h 550199"/>
                  <a:gd name="connsiteX21" fmla="*/ 270717 w 547820"/>
                  <a:gd name="connsiteY21" fmla="*/ 150 h 550199"/>
                  <a:gd name="connsiteX22" fmla="*/ 132325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437" y="135295"/>
                    </a:moveTo>
                    <a:cubicBezTo>
                      <a:pt x="360887" y="147153"/>
                      <a:pt x="378027" y="164944"/>
                      <a:pt x="390856" y="188680"/>
                    </a:cubicBezTo>
                    <a:cubicBezTo>
                      <a:pt x="403655" y="212396"/>
                      <a:pt x="410080" y="241256"/>
                      <a:pt x="410080" y="275250"/>
                    </a:cubicBezTo>
                    <a:cubicBezTo>
                      <a:pt x="410080" y="325891"/>
                      <a:pt x="396765" y="364857"/>
                      <a:pt x="370196" y="392117"/>
                    </a:cubicBezTo>
                    <a:cubicBezTo>
                      <a:pt x="343596" y="419366"/>
                      <a:pt x="311087" y="433006"/>
                      <a:pt x="272639" y="433006"/>
                    </a:cubicBezTo>
                    <a:cubicBezTo>
                      <a:pt x="234202" y="433006"/>
                      <a:pt x="201997" y="419366"/>
                      <a:pt x="176054" y="392117"/>
                    </a:cubicBezTo>
                    <a:cubicBezTo>
                      <a:pt x="150102" y="364857"/>
                      <a:pt x="137121" y="325891"/>
                      <a:pt x="137121" y="275250"/>
                    </a:cubicBezTo>
                    <a:cubicBezTo>
                      <a:pt x="137121" y="224588"/>
                      <a:pt x="149768" y="185622"/>
                      <a:pt x="175093" y="158383"/>
                    </a:cubicBezTo>
                    <a:cubicBezTo>
                      <a:pt x="200388" y="131113"/>
                      <a:pt x="232269" y="117503"/>
                      <a:pt x="270717" y="117503"/>
                    </a:cubicBezTo>
                    <a:cubicBezTo>
                      <a:pt x="295061" y="117503"/>
                      <a:pt x="317967" y="123427"/>
                      <a:pt x="339437" y="135295"/>
                    </a:cubicBezTo>
                    <a:moveTo>
                      <a:pt x="132325" y="34296"/>
                    </a:moveTo>
                    <a:cubicBezTo>
                      <a:pt x="91318" y="57049"/>
                      <a:pt x="59112" y="89271"/>
                      <a:pt x="35730" y="130961"/>
                    </a:cubicBezTo>
                    <a:cubicBezTo>
                      <a:pt x="12338" y="172640"/>
                      <a:pt x="652" y="220740"/>
                      <a:pt x="652" y="275250"/>
                    </a:cubicBezTo>
                    <a:cubicBezTo>
                      <a:pt x="652" y="329749"/>
                      <a:pt x="12672" y="377849"/>
                      <a:pt x="36691" y="419528"/>
                    </a:cubicBezTo>
                    <a:cubicBezTo>
                      <a:pt x="60721" y="461208"/>
                      <a:pt x="93543" y="493440"/>
                      <a:pt x="135209" y="516204"/>
                    </a:cubicBezTo>
                    <a:cubicBezTo>
                      <a:pt x="176844" y="538957"/>
                      <a:pt x="223295" y="550349"/>
                      <a:pt x="274562" y="550349"/>
                    </a:cubicBezTo>
                    <a:cubicBezTo>
                      <a:pt x="325819" y="550349"/>
                      <a:pt x="372260" y="538957"/>
                      <a:pt x="413925" y="516204"/>
                    </a:cubicBezTo>
                    <a:cubicBezTo>
                      <a:pt x="455570" y="493440"/>
                      <a:pt x="488402" y="461208"/>
                      <a:pt x="512432" y="419528"/>
                    </a:cubicBezTo>
                    <a:cubicBezTo>
                      <a:pt x="536462" y="377849"/>
                      <a:pt x="548472" y="329749"/>
                      <a:pt x="548472" y="275250"/>
                    </a:cubicBezTo>
                    <a:cubicBezTo>
                      <a:pt x="548472" y="220740"/>
                      <a:pt x="536138" y="172640"/>
                      <a:pt x="511471" y="130961"/>
                    </a:cubicBezTo>
                    <a:cubicBezTo>
                      <a:pt x="486794" y="89271"/>
                      <a:pt x="453476" y="57049"/>
                      <a:pt x="411517" y="34296"/>
                    </a:cubicBezTo>
                    <a:cubicBezTo>
                      <a:pt x="369538" y="11532"/>
                      <a:pt x="322611" y="150"/>
                      <a:pt x="270717" y="150"/>
                    </a:cubicBezTo>
                    <a:cubicBezTo>
                      <a:pt x="219450" y="150"/>
                      <a:pt x="173323" y="11532"/>
                      <a:pt x="132325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4" name="Vrije vorm 13">
                <a:extLst>
                  <a:ext uri="{FF2B5EF4-FFF2-40B4-BE49-F238E27FC236}">
                    <a16:creationId xmlns:a16="http://schemas.microsoft.com/office/drawing/2014/main" id="{138249C1-55A0-9CFF-4EC3-DA2DD45AA7E7}"/>
                  </a:ext>
                </a:extLst>
              </p:cNvPr>
              <p:cNvSpPr/>
              <p:nvPr/>
            </p:nvSpPr>
            <p:spPr>
              <a:xfrm flipV="1">
                <a:off x="4139893" y="511523"/>
                <a:ext cx="554538" cy="804135"/>
              </a:xfrm>
              <a:custGeom>
                <a:avLst/>
                <a:gdLst>
                  <a:gd name="connsiteX0" fmla="*/ 400523 w 554538"/>
                  <a:gd name="connsiteY0" fmla="*/ 613402 h 804135"/>
                  <a:gd name="connsiteX1" fmla="*/ 348638 w 554538"/>
                  <a:gd name="connsiteY1" fmla="*/ 667264 h 804135"/>
                  <a:gd name="connsiteX2" fmla="*/ 278471 w 554538"/>
                  <a:gd name="connsiteY2" fmla="*/ 686017 h 804135"/>
                  <a:gd name="connsiteX3" fmla="*/ 209265 w 554538"/>
                  <a:gd name="connsiteY3" fmla="*/ 667740 h 804135"/>
                  <a:gd name="connsiteX4" fmla="*/ 157846 w 554538"/>
                  <a:gd name="connsiteY4" fmla="*/ 614354 h 804135"/>
                  <a:gd name="connsiteX5" fmla="*/ 138157 w 554538"/>
                  <a:gd name="connsiteY5" fmla="*/ 531157 h 804135"/>
                  <a:gd name="connsiteX6" fmla="*/ 157846 w 554538"/>
                  <a:gd name="connsiteY6" fmla="*/ 446987 h 804135"/>
                  <a:gd name="connsiteX7" fmla="*/ 209751 w 554538"/>
                  <a:gd name="connsiteY7" fmla="*/ 391678 h 804135"/>
                  <a:gd name="connsiteX8" fmla="*/ 278471 w 554538"/>
                  <a:gd name="connsiteY8" fmla="*/ 372448 h 804135"/>
                  <a:gd name="connsiteX9" fmla="*/ 348638 w 554538"/>
                  <a:gd name="connsiteY9" fmla="*/ 391202 h 804135"/>
                  <a:gd name="connsiteX10" fmla="*/ 400523 w 554538"/>
                  <a:gd name="connsiteY10" fmla="*/ 445063 h 804135"/>
                  <a:gd name="connsiteX11" fmla="*/ 419747 w 554538"/>
                  <a:gd name="connsiteY11" fmla="*/ 529233 h 804135"/>
                  <a:gd name="connsiteX12" fmla="*/ 400523 w 554538"/>
                  <a:gd name="connsiteY12" fmla="*/ 613402 h 804135"/>
                  <a:gd name="connsiteX13" fmla="*/ 348638 w 554538"/>
                  <a:gd name="connsiteY13" fmla="*/ 780759 h 804135"/>
                  <a:gd name="connsiteX14" fmla="*/ 419747 w 554538"/>
                  <a:gd name="connsiteY14" fmla="*/ 719687 h 804135"/>
                  <a:gd name="connsiteX15" fmla="*/ 419747 w 554538"/>
                  <a:gd name="connsiteY15" fmla="*/ 795675 h 804135"/>
                  <a:gd name="connsiteX16" fmla="*/ 555255 w 554538"/>
                  <a:gd name="connsiteY16" fmla="*/ 795675 h 804135"/>
                  <a:gd name="connsiteX17" fmla="*/ 555255 w 554538"/>
                  <a:gd name="connsiteY17" fmla="*/ 258943 h 804135"/>
                  <a:gd name="connsiteX18" fmla="*/ 525468 w 554538"/>
                  <a:gd name="connsiteY18" fmla="*/ 126684 h 804135"/>
                  <a:gd name="connsiteX19" fmla="*/ 436077 w 554538"/>
                  <a:gd name="connsiteY19" fmla="*/ 34343 h 804135"/>
                  <a:gd name="connsiteX20" fmla="*/ 291928 w 554538"/>
                  <a:gd name="connsiteY20" fmla="*/ 197 h 804135"/>
                  <a:gd name="connsiteX21" fmla="*/ 105952 w 554538"/>
                  <a:gd name="connsiteY21" fmla="*/ 53097 h 804135"/>
                  <a:gd name="connsiteX22" fmla="*/ 23775 w 554538"/>
                  <a:gd name="connsiteY22" fmla="*/ 197375 h 804135"/>
                  <a:gd name="connsiteX23" fmla="*/ 157361 w 554538"/>
                  <a:gd name="connsiteY23" fmla="*/ 197375 h 804135"/>
                  <a:gd name="connsiteX24" fmla="*/ 203022 w 554538"/>
                  <a:gd name="connsiteY24" fmla="*/ 139190 h 804135"/>
                  <a:gd name="connsiteX25" fmla="*/ 288073 w 554538"/>
                  <a:gd name="connsiteY25" fmla="*/ 117550 h 804135"/>
                  <a:gd name="connsiteX26" fmla="*/ 383231 w 554538"/>
                  <a:gd name="connsiteY26" fmla="*/ 152658 h 804135"/>
                  <a:gd name="connsiteX27" fmla="*/ 419747 w 554538"/>
                  <a:gd name="connsiteY27" fmla="*/ 258943 h 804135"/>
                  <a:gd name="connsiteX28" fmla="*/ 419747 w 554538"/>
                  <a:gd name="connsiteY28" fmla="*/ 341664 h 804135"/>
                  <a:gd name="connsiteX29" fmla="*/ 348153 w 554538"/>
                  <a:gd name="connsiteY29" fmla="*/ 279145 h 804135"/>
                  <a:gd name="connsiteX30" fmla="*/ 243858 w 554538"/>
                  <a:gd name="connsiteY30" fmla="*/ 254133 h 804135"/>
                  <a:gd name="connsiteX31" fmla="*/ 120845 w 554538"/>
                  <a:gd name="connsiteY31" fmla="*/ 288765 h 804135"/>
                  <a:gd name="connsiteX32" fmla="*/ 32921 w 554538"/>
                  <a:gd name="connsiteY32" fmla="*/ 386392 h 804135"/>
                  <a:gd name="connsiteX33" fmla="*/ 716 w 554538"/>
                  <a:gd name="connsiteY33" fmla="*/ 531157 h 804135"/>
                  <a:gd name="connsiteX34" fmla="*/ 32921 w 554538"/>
                  <a:gd name="connsiteY34" fmla="*/ 674484 h 804135"/>
                  <a:gd name="connsiteX35" fmla="*/ 120360 w 554538"/>
                  <a:gd name="connsiteY35" fmla="*/ 770673 h 804135"/>
                  <a:gd name="connsiteX36" fmla="*/ 243858 w 554538"/>
                  <a:gd name="connsiteY36" fmla="*/ 804333 h 804135"/>
                  <a:gd name="connsiteX37" fmla="*/ 348638 w 554538"/>
                  <a:gd name="connsiteY37" fmla="*/ 780759 h 80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54538" h="804135">
                    <a:moveTo>
                      <a:pt x="400523" y="613402"/>
                    </a:moveTo>
                    <a:cubicBezTo>
                      <a:pt x="387703" y="636794"/>
                      <a:pt x="370412" y="654758"/>
                      <a:pt x="348638" y="667264"/>
                    </a:cubicBezTo>
                    <a:cubicBezTo>
                      <a:pt x="326845" y="679770"/>
                      <a:pt x="303462" y="686017"/>
                      <a:pt x="278471" y="686017"/>
                    </a:cubicBezTo>
                    <a:cubicBezTo>
                      <a:pt x="253480" y="686017"/>
                      <a:pt x="230422" y="679921"/>
                      <a:pt x="209265" y="667740"/>
                    </a:cubicBezTo>
                    <a:cubicBezTo>
                      <a:pt x="188139" y="655548"/>
                      <a:pt x="170979" y="637756"/>
                      <a:pt x="157846" y="614354"/>
                    </a:cubicBezTo>
                    <a:cubicBezTo>
                      <a:pt x="144703" y="590942"/>
                      <a:pt x="138157" y="563206"/>
                      <a:pt x="138157" y="531157"/>
                    </a:cubicBezTo>
                    <a:cubicBezTo>
                      <a:pt x="138157" y="499087"/>
                      <a:pt x="144703" y="471037"/>
                      <a:pt x="157846" y="446987"/>
                    </a:cubicBezTo>
                    <a:cubicBezTo>
                      <a:pt x="170979" y="422938"/>
                      <a:pt x="188271" y="404508"/>
                      <a:pt x="209751" y="391678"/>
                    </a:cubicBezTo>
                    <a:cubicBezTo>
                      <a:pt x="231201" y="378848"/>
                      <a:pt x="254107" y="372448"/>
                      <a:pt x="278471" y="372448"/>
                    </a:cubicBezTo>
                    <a:cubicBezTo>
                      <a:pt x="303462" y="372448"/>
                      <a:pt x="326845" y="378696"/>
                      <a:pt x="348638" y="391202"/>
                    </a:cubicBezTo>
                    <a:cubicBezTo>
                      <a:pt x="370412" y="403698"/>
                      <a:pt x="387703" y="421652"/>
                      <a:pt x="400523" y="445063"/>
                    </a:cubicBezTo>
                    <a:cubicBezTo>
                      <a:pt x="413342" y="468465"/>
                      <a:pt x="419747" y="496525"/>
                      <a:pt x="419747" y="529233"/>
                    </a:cubicBezTo>
                    <a:cubicBezTo>
                      <a:pt x="419747" y="561930"/>
                      <a:pt x="413342" y="589980"/>
                      <a:pt x="400523" y="613402"/>
                    </a:cubicBezTo>
                    <a:moveTo>
                      <a:pt x="348638" y="780759"/>
                    </a:moveTo>
                    <a:cubicBezTo>
                      <a:pt x="378729" y="765043"/>
                      <a:pt x="402455" y="744699"/>
                      <a:pt x="419747" y="719687"/>
                    </a:cubicBezTo>
                    <a:lnTo>
                      <a:pt x="419747" y="795675"/>
                    </a:lnTo>
                    <a:lnTo>
                      <a:pt x="555255" y="795675"/>
                    </a:lnTo>
                    <a:lnTo>
                      <a:pt x="555255" y="258943"/>
                    </a:lnTo>
                    <a:cubicBezTo>
                      <a:pt x="555255" y="209578"/>
                      <a:pt x="545319" y="165488"/>
                      <a:pt x="525468" y="126684"/>
                    </a:cubicBezTo>
                    <a:cubicBezTo>
                      <a:pt x="505607" y="87890"/>
                      <a:pt x="475810" y="57107"/>
                      <a:pt x="436077" y="34343"/>
                    </a:cubicBezTo>
                    <a:cubicBezTo>
                      <a:pt x="396344" y="11589"/>
                      <a:pt x="348294" y="197"/>
                      <a:pt x="291928" y="197"/>
                    </a:cubicBezTo>
                    <a:cubicBezTo>
                      <a:pt x="216317" y="197"/>
                      <a:pt x="154325" y="17837"/>
                      <a:pt x="105952" y="53097"/>
                    </a:cubicBezTo>
                    <a:cubicBezTo>
                      <a:pt x="57568" y="88377"/>
                      <a:pt x="30189" y="136466"/>
                      <a:pt x="23775" y="197375"/>
                    </a:cubicBezTo>
                    <a:lnTo>
                      <a:pt x="157361" y="197375"/>
                    </a:lnTo>
                    <a:cubicBezTo>
                      <a:pt x="164413" y="173022"/>
                      <a:pt x="179620" y="153610"/>
                      <a:pt x="203022" y="139190"/>
                    </a:cubicBezTo>
                    <a:cubicBezTo>
                      <a:pt x="226405" y="124760"/>
                      <a:pt x="254745" y="117550"/>
                      <a:pt x="288073" y="117550"/>
                    </a:cubicBezTo>
                    <a:cubicBezTo>
                      <a:pt x="327158" y="117550"/>
                      <a:pt x="358857" y="129256"/>
                      <a:pt x="383231" y="152658"/>
                    </a:cubicBezTo>
                    <a:cubicBezTo>
                      <a:pt x="407575" y="176070"/>
                      <a:pt x="419747" y="211491"/>
                      <a:pt x="419747" y="258943"/>
                    </a:cubicBezTo>
                    <a:lnTo>
                      <a:pt x="419747" y="341664"/>
                    </a:lnTo>
                    <a:cubicBezTo>
                      <a:pt x="402455" y="316663"/>
                      <a:pt x="378567" y="295813"/>
                      <a:pt x="348153" y="279145"/>
                    </a:cubicBezTo>
                    <a:cubicBezTo>
                      <a:pt x="317698" y="262477"/>
                      <a:pt x="282953" y="254133"/>
                      <a:pt x="243858" y="254133"/>
                    </a:cubicBezTo>
                    <a:cubicBezTo>
                      <a:pt x="199026" y="254133"/>
                      <a:pt x="158008" y="265677"/>
                      <a:pt x="120845" y="288765"/>
                    </a:cubicBezTo>
                    <a:cubicBezTo>
                      <a:pt x="83682" y="311843"/>
                      <a:pt x="54371" y="344388"/>
                      <a:pt x="32921" y="386392"/>
                    </a:cubicBezTo>
                    <a:cubicBezTo>
                      <a:pt x="11441" y="428386"/>
                      <a:pt x="716" y="476637"/>
                      <a:pt x="716" y="531157"/>
                    </a:cubicBezTo>
                    <a:cubicBezTo>
                      <a:pt x="716" y="585028"/>
                      <a:pt x="11441" y="632784"/>
                      <a:pt x="32921" y="674484"/>
                    </a:cubicBezTo>
                    <a:cubicBezTo>
                      <a:pt x="54371" y="716153"/>
                      <a:pt x="83521" y="748213"/>
                      <a:pt x="120360" y="770673"/>
                    </a:cubicBezTo>
                    <a:cubicBezTo>
                      <a:pt x="157199" y="793103"/>
                      <a:pt x="198358" y="804333"/>
                      <a:pt x="243858" y="804333"/>
                    </a:cubicBezTo>
                    <a:cubicBezTo>
                      <a:pt x="283591" y="804333"/>
                      <a:pt x="318507" y="796475"/>
                      <a:pt x="348638" y="780759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5" name="Vrije vorm 14">
                <a:extLst>
                  <a:ext uri="{FF2B5EF4-FFF2-40B4-BE49-F238E27FC236}">
                    <a16:creationId xmlns:a16="http://schemas.microsoft.com/office/drawing/2014/main" id="{3A8D3B56-2656-04B0-CC8D-5010E6ECE3D2}"/>
                  </a:ext>
                </a:extLst>
              </p:cNvPr>
              <p:cNvSpPr/>
              <p:nvPr/>
            </p:nvSpPr>
            <p:spPr>
              <a:xfrm flipV="1">
                <a:off x="4772277" y="511525"/>
                <a:ext cx="529557" cy="550199"/>
              </a:xfrm>
              <a:custGeom>
                <a:avLst/>
                <a:gdLst>
                  <a:gd name="connsiteX0" fmla="*/ 390982 w 529557"/>
                  <a:gd name="connsiteY0" fmla="*/ 325292 h 550199"/>
                  <a:gd name="connsiteX1" fmla="*/ 353496 w 529557"/>
                  <a:gd name="connsiteY1" fmla="*/ 408499 h 550199"/>
                  <a:gd name="connsiteX2" fmla="*/ 264105 w 529557"/>
                  <a:gd name="connsiteY2" fmla="*/ 439759 h 550199"/>
                  <a:gd name="connsiteX3" fmla="*/ 180015 w 529557"/>
                  <a:gd name="connsiteY3" fmla="*/ 409451 h 550199"/>
                  <a:gd name="connsiteX4" fmla="*/ 138219 w 529557"/>
                  <a:gd name="connsiteY4" fmla="*/ 325292 h 550199"/>
                  <a:gd name="connsiteX5" fmla="*/ 526491 w 529557"/>
                  <a:gd name="connsiteY5" fmla="*/ 234875 h 550199"/>
                  <a:gd name="connsiteX6" fmla="*/ 137257 w 529557"/>
                  <a:gd name="connsiteY6" fmla="*/ 234875 h 550199"/>
                  <a:gd name="connsiteX7" fmla="*/ 177607 w 529557"/>
                  <a:gd name="connsiteY7" fmla="*/ 144458 h 550199"/>
                  <a:gd name="connsiteX8" fmla="*/ 265076 w 529557"/>
                  <a:gd name="connsiteY8" fmla="*/ 111750 h 550199"/>
                  <a:gd name="connsiteX9" fmla="*/ 371759 w 529557"/>
                  <a:gd name="connsiteY9" fmla="*/ 176193 h 550199"/>
                  <a:gd name="connsiteX10" fmla="*/ 516869 w 529557"/>
                  <a:gd name="connsiteY10" fmla="*/ 176193 h 550199"/>
                  <a:gd name="connsiteX11" fmla="*/ 428469 w 529557"/>
                  <a:gd name="connsiteY11" fmla="*/ 49706 h 550199"/>
                  <a:gd name="connsiteX12" fmla="*/ 267960 w 529557"/>
                  <a:gd name="connsiteY12" fmla="*/ 169 h 550199"/>
                  <a:gd name="connsiteX13" fmla="*/ 130043 w 529557"/>
                  <a:gd name="connsiteY13" fmla="*/ 34325 h 550199"/>
                  <a:gd name="connsiteX14" fmla="*/ 34885 w 529557"/>
                  <a:gd name="connsiteY14" fmla="*/ 130980 h 550199"/>
                  <a:gd name="connsiteX15" fmla="*/ 778 w 529557"/>
                  <a:gd name="connsiteY15" fmla="*/ 275268 h 550199"/>
                  <a:gd name="connsiteX16" fmla="*/ 34399 w 529557"/>
                  <a:gd name="connsiteY16" fmla="*/ 420519 h 550199"/>
                  <a:gd name="connsiteX17" fmla="*/ 128596 w 529557"/>
                  <a:gd name="connsiteY17" fmla="*/ 516709 h 550199"/>
                  <a:gd name="connsiteX18" fmla="*/ 267960 w 529557"/>
                  <a:gd name="connsiteY18" fmla="*/ 550368 h 550199"/>
                  <a:gd name="connsiteX19" fmla="*/ 403964 w 529557"/>
                  <a:gd name="connsiteY19" fmla="*/ 517660 h 550199"/>
                  <a:gd name="connsiteX20" fmla="*/ 497169 w 529557"/>
                  <a:gd name="connsiteY20" fmla="*/ 424843 h 550199"/>
                  <a:gd name="connsiteX21" fmla="*/ 530336 w 529557"/>
                  <a:gd name="connsiteY21" fmla="*/ 286812 h 550199"/>
                  <a:gd name="connsiteX22" fmla="*/ 526491 w 529557"/>
                  <a:gd name="connsiteY22" fmla="*/ 234875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9557" h="550199">
                    <a:moveTo>
                      <a:pt x="390982" y="325292"/>
                    </a:moveTo>
                    <a:cubicBezTo>
                      <a:pt x="390335" y="359914"/>
                      <a:pt x="377850" y="387650"/>
                      <a:pt x="353496" y="408499"/>
                    </a:cubicBezTo>
                    <a:cubicBezTo>
                      <a:pt x="329132" y="429319"/>
                      <a:pt x="299345" y="439759"/>
                      <a:pt x="264105" y="439759"/>
                    </a:cubicBezTo>
                    <a:cubicBezTo>
                      <a:pt x="230787" y="439759"/>
                      <a:pt x="202760" y="429653"/>
                      <a:pt x="180015" y="409451"/>
                    </a:cubicBezTo>
                    <a:cubicBezTo>
                      <a:pt x="157260" y="389249"/>
                      <a:pt x="143338" y="361190"/>
                      <a:pt x="138219" y="325292"/>
                    </a:cubicBezTo>
                    <a:close/>
                    <a:moveTo>
                      <a:pt x="526491" y="234875"/>
                    </a:moveTo>
                    <a:lnTo>
                      <a:pt x="137257" y="234875"/>
                    </a:lnTo>
                    <a:cubicBezTo>
                      <a:pt x="140444" y="196395"/>
                      <a:pt x="153901" y="166249"/>
                      <a:pt x="177607" y="144458"/>
                    </a:cubicBezTo>
                    <a:cubicBezTo>
                      <a:pt x="201313" y="122646"/>
                      <a:pt x="230483" y="111750"/>
                      <a:pt x="265076" y="111750"/>
                    </a:cubicBezTo>
                    <a:cubicBezTo>
                      <a:pt x="315048" y="111750"/>
                      <a:pt x="350602" y="133228"/>
                      <a:pt x="371759" y="176193"/>
                    </a:cubicBezTo>
                    <a:lnTo>
                      <a:pt x="516869" y="176193"/>
                    </a:lnTo>
                    <a:cubicBezTo>
                      <a:pt x="501510" y="124884"/>
                      <a:pt x="472016" y="82728"/>
                      <a:pt x="428469" y="49706"/>
                    </a:cubicBezTo>
                    <a:cubicBezTo>
                      <a:pt x="384871" y="16664"/>
                      <a:pt x="331378" y="169"/>
                      <a:pt x="267960" y="169"/>
                    </a:cubicBezTo>
                    <a:cubicBezTo>
                      <a:pt x="216682" y="169"/>
                      <a:pt x="170717" y="11551"/>
                      <a:pt x="130043" y="34325"/>
                    </a:cubicBezTo>
                    <a:cubicBezTo>
                      <a:pt x="89349" y="57068"/>
                      <a:pt x="57630" y="89300"/>
                      <a:pt x="34885" y="130980"/>
                    </a:cubicBezTo>
                    <a:cubicBezTo>
                      <a:pt x="12150" y="172659"/>
                      <a:pt x="778" y="220759"/>
                      <a:pt x="778" y="275268"/>
                    </a:cubicBezTo>
                    <a:cubicBezTo>
                      <a:pt x="778" y="330406"/>
                      <a:pt x="11988" y="378819"/>
                      <a:pt x="34399" y="420519"/>
                    </a:cubicBezTo>
                    <a:cubicBezTo>
                      <a:pt x="56841" y="462189"/>
                      <a:pt x="88236" y="494249"/>
                      <a:pt x="128596" y="516709"/>
                    </a:cubicBezTo>
                    <a:cubicBezTo>
                      <a:pt x="168977" y="539148"/>
                      <a:pt x="215418" y="550368"/>
                      <a:pt x="267960" y="550368"/>
                    </a:cubicBezTo>
                    <a:cubicBezTo>
                      <a:pt x="318569" y="550368"/>
                      <a:pt x="363907" y="539452"/>
                      <a:pt x="403964" y="517660"/>
                    </a:cubicBezTo>
                    <a:cubicBezTo>
                      <a:pt x="443990" y="495859"/>
                      <a:pt x="475072" y="464913"/>
                      <a:pt x="497169" y="424843"/>
                    </a:cubicBezTo>
                    <a:cubicBezTo>
                      <a:pt x="519287" y="384764"/>
                      <a:pt x="530336" y="338750"/>
                      <a:pt x="530336" y="286812"/>
                    </a:cubicBezTo>
                    <a:cubicBezTo>
                      <a:pt x="530336" y="267573"/>
                      <a:pt x="529051" y="250267"/>
                      <a:pt x="526491" y="234875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6" name="Vrije vorm 15">
                <a:extLst>
                  <a:ext uri="{FF2B5EF4-FFF2-40B4-BE49-F238E27FC236}">
                    <a16:creationId xmlns:a16="http://schemas.microsoft.com/office/drawing/2014/main" id="{28AA0E26-2E3D-4E9C-936F-B15DF1E7EAF5}"/>
                  </a:ext>
                </a:extLst>
              </p:cNvPr>
              <p:cNvSpPr/>
              <p:nvPr/>
            </p:nvSpPr>
            <p:spPr>
              <a:xfrm flipV="1">
                <a:off x="5351810" y="511523"/>
                <a:ext cx="442089" cy="550199"/>
              </a:xfrm>
              <a:custGeom>
                <a:avLst/>
                <a:gdLst>
                  <a:gd name="connsiteX0" fmla="*/ 116131 w 442089"/>
                  <a:gd name="connsiteY0" fmla="*/ 23703 h 550199"/>
                  <a:gd name="connsiteX1" fmla="*/ 33974 w 442089"/>
                  <a:gd name="connsiteY1" fmla="*/ 87660 h 550199"/>
                  <a:gd name="connsiteX2" fmla="*/ 808 w 442089"/>
                  <a:gd name="connsiteY2" fmla="*/ 177125 h 550199"/>
                  <a:gd name="connsiteX3" fmla="*/ 136316 w 442089"/>
                  <a:gd name="connsiteY3" fmla="*/ 177125 h 550199"/>
                  <a:gd name="connsiteX4" fmla="*/ 166589 w 442089"/>
                  <a:gd name="connsiteY4" fmla="*/ 126150 h 550199"/>
                  <a:gd name="connsiteX5" fmla="*/ 232415 w 442089"/>
                  <a:gd name="connsiteY5" fmla="*/ 105948 h 550199"/>
                  <a:gd name="connsiteX6" fmla="*/ 292505 w 442089"/>
                  <a:gd name="connsiteY6" fmla="*/ 121340 h 550199"/>
                  <a:gd name="connsiteX7" fmla="*/ 314117 w 442089"/>
                  <a:gd name="connsiteY7" fmla="*/ 160772 h 550199"/>
                  <a:gd name="connsiteX8" fmla="*/ 287679 w 442089"/>
                  <a:gd name="connsiteY8" fmla="*/ 199727 h 550199"/>
                  <a:gd name="connsiteX9" fmla="*/ 203590 w 442089"/>
                  <a:gd name="connsiteY9" fmla="*/ 228101 h 550199"/>
                  <a:gd name="connsiteX10" fmla="*/ 106044 w 442089"/>
                  <a:gd name="connsiteY10" fmla="*/ 257923 h 550199"/>
                  <a:gd name="connsiteX11" fmla="*/ 40682 w 442089"/>
                  <a:gd name="connsiteY11" fmla="*/ 305050 h 550199"/>
                  <a:gd name="connsiteX12" fmla="*/ 13303 w 442089"/>
                  <a:gd name="connsiteY12" fmla="*/ 390658 h 550199"/>
                  <a:gd name="connsiteX13" fmla="*/ 38770 w 442089"/>
                  <a:gd name="connsiteY13" fmla="*/ 471455 h 550199"/>
                  <a:gd name="connsiteX14" fmla="*/ 111811 w 442089"/>
                  <a:gd name="connsiteY14" fmla="*/ 529175 h 550199"/>
                  <a:gd name="connsiteX15" fmla="*/ 223785 w 442089"/>
                  <a:gd name="connsiteY15" fmla="*/ 550338 h 550199"/>
                  <a:gd name="connsiteX16" fmla="*/ 375623 w 442089"/>
                  <a:gd name="connsiteY16" fmla="*/ 502725 h 550199"/>
                  <a:gd name="connsiteX17" fmla="*/ 438101 w 442089"/>
                  <a:gd name="connsiteY17" fmla="*/ 374314 h 550199"/>
                  <a:gd name="connsiteX18" fmla="*/ 309311 w 442089"/>
                  <a:gd name="connsiteY18" fmla="*/ 374314 h 550199"/>
                  <a:gd name="connsiteX19" fmla="*/ 282883 w 442089"/>
                  <a:gd name="connsiteY19" fmla="*/ 424803 h 550199"/>
                  <a:gd name="connsiteX20" fmla="*/ 219920 w 442089"/>
                  <a:gd name="connsiteY20" fmla="*/ 443567 h 550199"/>
                  <a:gd name="connsiteX21" fmla="*/ 163715 w 442089"/>
                  <a:gd name="connsiteY21" fmla="*/ 430109 h 550199"/>
                  <a:gd name="connsiteX22" fmla="*/ 144016 w 442089"/>
                  <a:gd name="connsiteY22" fmla="*/ 392592 h 550199"/>
                  <a:gd name="connsiteX23" fmla="*/ 170909 w 442089"/>
                  <a:gd name="connsiteY23" fmla="*/ 351712 h 550199"/>
                  <a:gd name="connsiteX24" fmla="*/ 254533 w 442089"/>
                  <a:gd name="connsiteY24" fmla="*/ 323328 h 550199"/>
                  <a:gd name="connsiteX25" fmla="*/ 349671 w 442089"/>
                  <a:gd name="connsiteY25" fmla="*/ 293517 h 550199"/>
                  <a:gd name="connsiteX26" fmla="*/ 414557 w 442089"/>
                  <a:gd name="connsiteY26" fmla="*/ 245893 h 550199"/>
                  <a:gd name="connsiteX27" fmla="*/ 442897 w 442089"/>
                  <a:gd name="connsiteY27" fmla="*/ 160772 h 550199"/>
                  <a:gd name="connsiteX28" fmla="*/ 417430 w 442089"/>
                  <a:gd name="connsiteY28" fmla="*/ 78050 h 550199"/>
                  <a:gd name="connsiteX29" fmla="*/ 344390 w 442089"/>
                  <a:gd name="connsiteY29" fmla="*/ 20817 h 550199"/>
                  <a:gd name="connsiteX30" fmla="*/ 233387 w 442089"/>
                  <a:gd name="connsiteY30" fmla="*/ 139 h 550199"/>
                  <a:gd name="connsiteX31" fmla="*/ 116131 w 442089"/>
                  <a:gd name="connsiteY31" fmla="*/ 2370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2089" h="550199">
                    <a:moveTo>
                      <a:pt x="116131" y="23703"/>
                    </a:moveTo>
                    <a:cubicBezTo>
                      <a:pt x="81538" y="39419"/>
                      <a:pt x="54139" y="60734"/>
                      <a:pt x="33974" y="87660"/>
                    </a:cubicBezTo>
                    <a:cubicBezTo>
                      <a:pt x="13779" y="114606"/>
                      <a:pt x="2740" y="144418"/>
                      <a:pt x="808" y="177125"/>
                    </a:cubicBezTo>
                    <a:lnTo>
                      <a:pt x="136316" y="177125"/>
                    </a:lnTo>
                    <a:cubicBezTo>
                      <a:pt x="138866" y="156589"/>
                      <a:pt x="148953" y="139618"/>
                      <a:pt x="166589" y="126150"/>
                    </a:cubicBezTo>
                    <a:cubicBezTo>
                      <a:pt x="184204" y="112672"/>
                      <a:pt x="206139" y="105948"/>
                      <a:pt x="232415" y="105948"/>
                    </a:cubicBezTo>
                    <a:cubicBezTo>
                      <a:pt x="258054" y="105948"/>
                      <a:pt x="278077" y="111062"/>
                      <a:pt x="292505" y="121340"/>
                    </a:cubicBezTo>
                    <a:cubicBezTo>
                      <a:pt x="306903" y="131588"/>
                      <a:pt x="314117" y="144742"/>
                      <a:pt x="314117" y="160772"/>
                    </a:cubicBezTo>
                    <a:cubicBezTo>
                      <a:pt x="314117" y="178087"/>
                      <a:pt x="305294" y="191069"/>
                      <a:pt x="287679" y="199727"/>
                    </a:cubicBezTo>
                    <a:cubicBezTo>
                      <a:pt x="270064" y="208385"/>
                      <a:pt x="242037" y="217843"/>
                      <a:pt x="203590" y="228101"/>
                    </a:cubicBezTo>
                    <a:cubicBezTo>
                      <a:pt x="163857" y="237721"/>
                      <a:pt x="131358" y="247655"/>
                      <a:pt x="106044" y="257923"/>
                    </a:cubicBezTo>
                    <a:cubicBezTo>
                      <a:pt x="80719" y="268171"/>
                      <a:pt x="58965" y="283897"/>
                      <a:pt x="40682" y="305050"/>
                    </a:cubicBezTo>
                    <a:cubicBezTo>
                      <a:pt x="22420" y="326214"/>
                      <a:pt x="13303" y="354740"/>
                      <a:pt x="13303" y="390658"/>
                    </a:cubicBezTo>
                    <a:cubicBezTo>
                      <a:pt x="13303" y="420155"/>
                      <a:pt x="21782" y="447081"/>
                      <a:pt x="38770" y="471455"/>
                    </a:cubicBezTo>
                    <a:cubicBezTo>
                      <a:pt x="55748" y="495829"/>
                      <a:pt x="80091" y="515069"/>
                      <a:pt x="111811" y="529175"/>
                    </a:cubicBezTo>
                    <a:cubicBezTo>
                      <a:pt x="143530" y="543270"/>
                      <a:pt x="180855" y="550338"/>
                      <a:pt x="223785" y="550338"/>
                    </a:cubicBezTo>
                    <a:cubicBezTo>
                      <a:pt x="287214" y="550338"/>
                      <a:pt x="337823" y="534471"/>
                      <a:pt x="375623" y="502725"/>
                    </a:cubicBezTo>
                    <a:cubicBezTo>
                      <a:pt x="413434" y="470979"/>
                      <a:pt x="434266" y="428175"/>
                      <a:pt x="438101" y="374314"/>
                    </a:cubicBezTo>
                    <a:lnTo>
                      <a:pt x="309311" y="374314"/>
                    </a:lnTo>
                    <a:cubicBezTo>
                      <a:pt x="307389" y="395478"/>
                      <a:pt x="298566" y="412297"/>
                      <a:pt x="282883" y="424803"/>
                    </a:cubicBezTo>
                    <a:cubicBezTo>
                      <a:pt x="267170" y="437309"/>
                      <a:pt x="246196" y="443567"/>
                      <a:pt x="219920" y="443567"/>
                    </a:cubicBezTo>
                    <a:cubicBezTo>
                      <a:pt x="195576" y="443567"/>
                      <a:pt x="176838" y="439071"/>
                      <a:pt x="163715" y="430109"/>
                    </a:cubicBezTo>
                    <a:cubicBezTo>
                      <a:pt x="150562" y="421117"/>
                      <a:pt x="144016" y="408611"/>
                      <a:pt x="144016" y="392592"/>
                    </a:cubicBezTo>
                    <a:cubicBezTo>
                      <a:pt x="144016" y="374628"/>
                      <a:pt x="152970" y="360998"/>
                      <a:pt x="170909" y="351712"/>
                    </a:cubicBezTo>
                    <a:cubicBezTo>
                      <a:pt x="188848" y="342406"/>
                      <a:pt x="216712" y="332948"/>
                      <a:pt x="254533" y="323328"/>
                    </a:cubicBezTo>
                    <a:cubicBezTo>
                      <a:pt x="292981" y="313708"/>
                      <a:pt x="324680" y="303764"/>
                      <a:pt x="349671" y="293517"/>
                    </a:cubicBezTo>
                    <a:cubicBezTo>
                      <a:pt x="374662" y="283249"/>
                      <a:pt x="396294" y="267381"/>
                      <a:pt x="414557" y="245893"/>
                    </a:cubicBezTo>
                    <a:cubicBezTo>
                      <a:pt x="432819" y="224405"/>
                      <a:pt x="442259" y="196031"/>
                      <a:pt x="442897" y="160772"/>
                    </a:cubicBezTo>
                    <a:cubicBezTo>
                      <a:pt x="442897" y="129998"/>
                      <a:pt x="434398" y="102414"/>
                      <a:pt x="417430" y="78050"/>
                    </a:cubicBezTo>
                    <a:cubicBezTo>
                      <a:pt x="400453" y="53666"/>
                      <a:pt x="376109" y="34599"/>
                      <a:pt x="344390" y="20817"/>
                    </a:cubicBezTo>
                    <a:cubicBezTo>
                      <a:pt x="312670" y="7035"/>
                      <a:pt x="275669" y="139"/>
                      <a:pt x="233387" y="139"/>
                    </a:cubicBezTo>
                    <a:cubicBezTo>
                      <a:pt x="189809" y="139"/>
                      <a:pt x="150744" y="7997"/>
                      <a:pt x="116131" y="2370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7" name="Vrije vorm 16">
                <a:extLst>
                  <a:ext uri="{FF2B5EF4-FFF2-40B4-BE49-F238E27FC236}">
                    <a16:creationId xmlns:a16="http://schemas.microsoft.com/office/drawing/2014/main" id="{857EEBB2-C5B6-D556-396A-3576F15E0EEE}"/>
                  </a:ext>
                </a:extLst>
              </p:cNvPr>
              <p:cNvSpPr/>
              <p:nvPr/>
            </p:nvSpPr>
            <p:spPr>
              <a:xfrm flipV="1">
                <a:off x="5850605" y="511524"/>
                <a:ext cx="514188" cy="550199"/>
              </a:xfrm>
              <a:custGeom>
                <a:avLst/>
                <a:gdLst>
                  <a:gd name="connsiteX0" fmla="*/ 34481 w 514188"/>
                  <a:gd name="connsiteY0" fmla="*/ 420043 h 550199"/>
                  <a:gd name="connsiteX1" fmla="*/ 127707 w 514188"/>
                  <a:gd name="connsiteY1" fmla="*/ 516232 h 550199"/>
                  <a:gd name="connsiteX2" fmla="*/ 264186 w 514188"/>
                  <a:gd name="connsiteY2" fmla="*/ 550378 h 550199"/>
                  <a:gd name="connsiteX3" fmla="*/ 428065 w 514188"/>
                  <a:gd name="connsiteY3" fmla="*/ 500840 h 550199"/>
                  <a:gd name="connsiteX4" fmla="*/ 515038 w 514188"/>
                  <a:gd name="connsiteY4" fmla="*/ 361847 h 550199"/>
                  <a:gd name="connsiteX5" fmla="*/ 369908 w 514188"/>
                  <a:gd name="connsiteY5" fmla="*/ 361847 h 550199"/>
                  <a:gd name="connsiteX6" fmla="*/ 330974 w 514188"/>
                  <a:gd name="connsiteY6" fmla="*/ 416195 h 550199"/>
                  <a:gd name="connsiteX7" fmla="*/ 263225 w 514188"/>
                  <a:gd name="connsiteY7" fmla="*/ 435910 h 550199"/>
                  <a:gd name="connsiteX8" fmla="*/ 171922 w 514188"/>
                  <a:gd name="connsiteY8" fmla="*/ 394069 h 550199"/>
                  <a:gd name="connsiteX9" fmla="*/ 138290 w 514188"/>
                  <a:gd name="connsiteY9" fmla="*/ 275278 h 550199"/>
                  <a:gd name="connsiteX10" fmla="*/ 171922 w 514188"/>
                  <a:gd name="connsiteY10" fmla="*/ 157449 h 550199"/>
                  <a:gd name="connsiteX11" fmla="*/ 263225 w 514188"/>
                  <a:gd name="connsiteY11" fmla="*/ 115597 h 550199"/>
                  <a:gd name="connsiteX12" fmla="*/ 369908 w 514188"/>
                  <a:gd name="connsiteY12" fmla="*/ 188709 h 550199"/>
                  <a:gd name="connsiteX13" fmla="*/ 515038 w 514188"/>
                  <a:gd name="connsiteY13" fmla="*/ 188709 h 550199"/>
                  <a:gd name="connsiteX14" fmla="*/ 427579 w 514188"/>
                  <a:gd name="connsiteY14" fmla="*/ 51154 h 550199"/>
                  <a:gd name="connsiteX15" fmla="*/ 264186 w 514188"/>
                  <a:gd name="connsiteY15" fmla="*/ 178 h 550199"/>
                  <a:gd name="connsiteX16" fmla="*/ 127707 w 514188"/>
                  <a:gd name="connsiteY16" fmla="*/ 34324 h 550199"/>
                  <a:gd name="connsiteX17" fmla="*/ 34481 w 514188"/>
                  <a:gd name="connsiteY17" fmla="*/ 130513 h 550199"/>
                  <a:gd name="connsiteX18" fmla="*/ 849 w 514188"/>
                  <a:gd name="connsiteY18" fmla="*/ 275278 h 550199"/>
                  <a:gd name="connsiteX19" fmla="*/ 34481 w 514188"/>
                  <a:gd name="connsiteY19" fmla="*/ 420043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14188" h="550199">
                    <a:moveTo>
                      <a:pt x="34481" y="420043"/>
                    </a:moveTo>
                    <a:cubicBezTo>
                      <a:pt x="56922" y="461408"/>
                      <a:pt x="87974" y="493468"/>
                      <a:pt x="127707" y="516232"/>
                    </a:cubicBezTo>
                    <a:cubicBezTo>
                      <a:pt x="167439" y="538986"/>
                      <a:pt x="212919" y="550378"/>
                      <a:pt x="264186" y="550378"/>
                    </a:cubicBezTo>
                    <a:cubicBezTo>
                      <a:pt x="330175" y="550378"/>
                      <a:pt x="384811" y="533862"/>
                      <a:pt x="428065" y="500840"/>
                    </a:cubicBezTo>
                    <a:cubicBezTo>
                      <a:pt x="471309" y="467798"/>
                      <a:pt x="500276" y="421481"/>
                      <a:pt x="515038" y="361847"/>
                    </a:cubicBezTo>
                    <a:lnTo>
                      <a:pt x="369908" y="361847"/>
                    </a:lnTo>
                    <a:cubicBezTo>
                      <a:pt x="362218" y="384935"/>
                      <a:pt x="349237" y="403041"/>
                      <a:pt x="330974" y="416195"/>
                    </a:cubicBezTo>
                    <a:cubicBezTo>
                      <a:pt x="312721" y="429328"/>
                      <a:pt x="290138" y="435910"/>
                      <a:pt x="263225" y="435910"/>
                    </a:cubicBezTo>
                    <a:cubicBezTo>
                      <a:pt x="224797" y="435910"/>
                      <a:pt x="194343" y="421967"/>
                      <a:pt x="171922" y="394069"/>
                    </a:cubicBezTo>
                    <a:cubicBezTo>
                      <a:pt x="149480" y="366171"/>
                      <a:pt x="138290" y="326577"/>
                      <a:pt x="138290" y="275278"/>
                    </a:cubicBezTo>
                    <a:cubicBezTo>
                      <a:pt x="138290" y="224616"/>
                      <a:pt x="149480" y="185347"/>
                      <a:pt x="171922" y="157449"/>
                    </a:cubicBezTo>
                    <a:cubicBezTo>
                      <a:pt x="194343" y="129551"/>
                      <a:pt x="224797" y="115597"/>
                      <a:pt x="263225" y="115597"/>
                    </a:cubicBezTo>
                    <a:cubicBezTo>
                      <a:pt x="317679" y="115597"/>
                      <a:pt x="353233" y="139971"/>
                      <a:pt x="369908" y="188709"/>
                    </a:cubicBezTo>
                    <a:lnTo>
                      <a:pt x="515038" y="188709"/>
                    </a:lnTo>
                    <a:cubicBezTo>
                      <a:pt x="500276" y="130989"/>
                      <a:pt x="471126" y="85137"/>
                      <a:pt x="427579" y="51154"/>
                    </a:cubicBezTo>
                    <a:cubicBezTo>
                      <a:pt x="383992" y="17160"/>
                      <a:pt x="329547" y="178"/>
                      <a:pt x="264186" y="178"/>
                    </a:cubicBezTo>
                    <a:cubicBezTo>
                      <a:pt x="212919" y="178"/>
                      <a:pt x="167439" y="11560"/>
                      <a:pt x="127707" y="34324"/>
                    </a:cubicBezTo>
                    <a:cubicBezTo>
                      <a:pt x="87974" y="57077"/>
                      <a:pt x="56922" y="89157"/>
                      <a:pt x="34481" y="130513"/>
                    </a:cubicBezTo>
                    <a:cubicBezTo>
                      <a:pt x="12060" y="171869"/>
                      <a:pt x="849" y="220120"/>
                      <a:pt x="849" y="275278"/>
                    </a:cubicBezTo>
                    <a:cubicBezTo>
                      <a:pt x="849" y="330415"/>
                      <a:pt x="12060" y="378677"/>
                      <a:pt x="34481" y="420043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8" name="Vrije vorm 17">
                <a:extLst>
                  <a:ext uri="{FF2B5EF4-FFF2-40B4-BE49-F238E27FC236}">
                    <a16:creationId xmlns:a16="http://schemas.microsoft.com/office/drawing/2014/main" id="{89B619A7-2663-74A1-087C-59E31305DCE6}"/>
                  </a:ext>
                </a:extLst>
              </p:cNvPr>
              <p:cNvSpPr/>
              <p:nvPr/>
            </p:nvSpPr>
            <p:spPr>
              <a:xfrm flipV="1">
                <a:off x="6444549" y="341269"/>
                <a:ext cx="507450" cy="711794"/>
              </a:xfrm>
              <a:custGeom>
                <a:avLst/>
                <a:gdLst>
                  <a:gd name="connsiteX0" fmla="*/ 408441 w 507450"/>
                  <a:gd name="connsiteY0" fmla="*/ 514300 h 711794"/>
                  <a:gd name="connsiteX1" fmla="*/ 481957 w 507450"/>
                  <a:gd name="connsiteY1" fmla="*/ 436389 h 711794"/>
                  <a:gd name="connsiteX2" fmla="*/ 508395 w 507450"/>
                  <a:gd name="connsiteY2" fmla="*/ 312788 h 711794"/>
                  <a:gd name="connsiteX3" fmla="*/ 508395 w 507450"/>
                  <a:gd name="connsiteY3" fmla="*/ 171 h 711794"/>
                  <a:gd name="connsiteX4" fmla="*/ 373848 w 507450"/>
                  <a:gd name="connsiteY4" fmla="*/ 171 h 711794"/>
                  <a:gd name="connsiteX5" fmla="*/ 373848 w 507450"/>
                  <a:gd name="connsiteY5" fmla="*/ 294510 h 711794"/>
                  <a:gd name="connsiteX6" fmla="*/ 342129 w 507450"/>
                  <a:gd name="connsiteY6" fmla="*/ 392137 h 711794"/>
                  <a:gd name="connsiteX7" fmla="*/ 255631 w 507450"/>
                  <a:gd name="connsiteY7" fmla="*/ 426283 h 711794"/>
                  <a:gd name="connsiteX8" fmla="*/ 167687 w 507450"/>
                  <a:gd name="connsiteY8" fmla="*/ 392137 h 711794"/>
                  <a:gd name="connsiteX9" fmla="*/ 135492 w 507450"/>
                  <a:gd name="connsiteY9" fmla="*/ 294510 h 711794"/>
                  <a:gd name="connsiteX10" fmla="*/ 135492 w 507450"/>
                  <a:gd name="connsiteY10" fmla="*/ 171 h 711794"/>
                  <a:gd name="connsiteX11" fmla="*/ 945 w 507450"/>
                  <a:gd name="connsiteY11" fmla="*/ 171 h 711794"/>
                  <a:gd name="connsiteX12" fmla="*/ 945 w 507450"/>
                  <a:gd name="connsiteY12" fmla="*/ 711965 h 711794"/>
                  <a:gd name="connsiteX13" fmla="*/ 135492 w 507450"/>
                  <a:gd name="connsiteY13" fmla="*/ 711965 h 711794"/>
                  <a:gd name="connsiteX14" fmla="*/ 135492 w 507450"/>
                  <a:gd name="connsiteY14" fmla="*/ 466687 h 711794"/>
                  <a:gd name="connsiteX15" fmla="*/ 204688 w 507450"/>
                  <a:gd name="connsiteY15" fmla="*/ 521024 h 711794"/>
                  <a:gd name="connsiteX16" fmla="*/ 300807 w 507450"/>
                  <a:gd name="connsiteY16" fmla="*/ 540750 h 711794"/>
                  <a:gd name="connsiteX17" fmla="*/ 408441 w 507450"/>
                  <a:gd name="connsiteY17" fmla="*/ 51430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7450" h="711794">
                    <a:moveTo>
                      <a:pt x="408441" y="514300"/>
                    </a:moveTo>
                    <a:cubicBezTo>
                      <a:pt x="439837" y="496650"/>
                      <a:pt x="464342" y="470687"/>
                      <a:pt x="481957" y="436389"/>
                    </a:cubicBezTo>
                    <a:cubicBezTo>
                      <a:pt x="499582" y="402071"/>
                      <a:pt x="508395" y="360878"/>
                      <a:pt x="508395" y="312788"/>
                    </a:cubicBezTo>
                    <a:lnTo>
                      <a:pt x="508395" y="171"/>
                    </a:lnTo>
                    <a:lnTo>
                      <a:pt x="373848" y="171"/>
                    </a:lnTo>
                    <a:lnTo>
                      <a:pt x="373848" y="294510"/>
                    </a:lnTo>
                    <a:cubicBezTo>
                      <a:pt x="373848" y="336828"/>
                      <a:pt x="363285" y="369363"/>
                      <a:pt x="342129" y="392137"/>
                    </a:cubicBezTo>
                    <a:cubicBezTo>
                      <a:pt x="320982" y="414891"/>
                      <a:pt x="292156" y="426283"/>
                      <a:pt x="255631" y="426283"/>
                    </a:cubicBezTo>
                    <a:cubicBezTo>
                      <a:pt x="218468" y="426283"/>
                      <a:pt x="189167" y="414891"/>
                      <a:pt x="167687" y="392137"/>
                    </a:cubicBezTo>
                    <a:cubicBezTo>
                      <a:pt x="146217" y="369363"/>
                      <a:pt x="135492" y="336828"/>
                      <a:pt x="135492" y="294510"/>
                    </a:cubicBezTo>
                    <a:lnTo>
                      <a:pt x="135492" y="171"/>
                    </a:lnTo>
                    <a:lnTo>
                      <a:pt x="945" y="171"/>
                    </a:lnTo>
                    <a:lnTo>
                      <a:pt x="945" y="711965"/>
                    </a:lnTo>
                    <a:lnTo>
                      <a:pt x="135492" y="711965"/>
                    </a:lnTo>
                    <a:lnTo>
                      <a:pt x="135492" y="466687"/>
                    </a:lnTo>
                    <a:cubicBezTo>
                      <a:pt x="152803" y="489775"/>
                      <a:pt x="175862" y="507880"/>
                      <a:pt x="204688" y="521024"/>
                    </a:cubicBezTo>
                    <a:cubicBezTo>
                      <a:pt x="233534" y="534168"/>
                      <a:pt x="265557" y="540750"/>
                      <a:pt x="300807" y="540750"/>
                    </a:cubicBezTo>
                    <a:cubicBezTo>
                      <a:pt x="341167" y="540750"/>
                      <a:pt x="377045" y="531920"/>
                      <a:pt x="408441" y="514300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19" name="Vrije vorm 18">
                <a:extLst>
                  <a:ext uri="{FF2B5EF4-FFF2-40B4-BE49-F238E27FC236}">
                    <a16:creationId xmlns:a16="http://schemas.microsoft.com/office/drawing/2014/main" id="{92971ECC-E9D8-C944-A408-D7CF5AE7E2E7}"/>
                  </a:ext>
                </a:extLst>
              </p:cNvPr>
              <p:cNvSpPr/>
              <p:nvPr/>
            </p:nvSpPr>
            <p:spPr>
              <a:xfrm flipV="1">
                <a:off x="7026965" y="511524"/>
                <a:ext cx="547820" cy="550199"/>
              </a:xfrm>
              <a:custGeom>
                <a:avLst/>
                <a:gdLst>
                  <a:gd name="connsiteX0" fmla="*/ 339781 w 547820"/>
                  <a:gd name="connsiteY0" fmla="*/ 135295 h 550199"/>
                  <a:gd name="connsiteX1" fmla="*/ 391210 w 547820"/>
                  <a:gd name="connsiteY1" fmla="*/ 188680 h 550199"/>
                  <a:gd name="connsiteX2" fmla="*/ 410414 w 547820"/>
                  <a:gd name="connsiteY2" fmla="*/ 275250 h 550199"/>
                  <a:gd name="connsiteX3" fmla="*/ 370540 w 547820"/>
                  <a:gd name="connsiteY3" fmla="*/ 392117 h 550199"/>
                  <a:gd name="connsiteX4" fmla="*/ 272993 w 547820"/>
                  <a:gd name="connsiteY4" fmla="*/ 433006 h 550199"/>
                  <a:gd name="connsiteX5" fmla="*/ 176388 w 547820"/>
                  <a:gd name="connsiteY5" fmla="*/ 392117 h 550199"/>
                  <a:gd name="connsiteX6" fmla="*/ 137475 w 547820"/>
                  <a:gd name="connsiteY6" fmla="*/ 275250 h 550199"/>
                  <a:gd name="connsiteX7" fmla="*/ 175427 w 547820"/>
                  <a:gd name="connsiteY7" fmla="*/ 158383 h 550199"/>
                  <a:gd name="connsiteX8" fmla="*/ 271061 w 547820"/>
                  <a:gd name="connsiteY8" fmla="*/ 117503 h 550199"/>
                  <a:gd name="connsiteX9" fmla="*/ 339781 w 547820"/>
                  <a:gd name="connsiteY9" fmla="*/ 135295 h 550199"/>
                  <a:gd name="connsiteX10" fmla="*/ 132659 w 547820"/>
                  <a:gd name="connsiteY10" fmla="*/ 34296 h 550199"/>
                  <a:gd name="connsiteX11" fmla="*/ 36074 w 547820"/>
                  <a:gd name="connsiteY11" fmla="*/ 130961 h 550199"/>
                  <a:gd name="connsiteX12" fmla="*/ 995 w 547820"/>
                  <a:gd name="connsiteY12" fmla="*/ 275250 h 550199"/>
                  <a:gd name="connsiteX13" fmla="*/ 37035 w 547820"/>
                  <a:gd name="connsiteY13" fmla="*/ 419528 h 550199"/>
                  <a:gd name="connsiteX14" fmla="*/ 135553 w 547820"/>
                  <a:gd name="connsiteY14" fmla="*/ 516204 h 550199"/>
                  <a:gd name="connsiteX15" fmla="*/ 274896 w 547820"/>
                  <a:gd name="connsiteY15" fmla="*/ 550349 h 550199"/>
                  <a:gd name="connsiteX16" fmla="*/ 414269 w 547820"/>
                  <a:gd name="connsiteY16" fmla="*/ 516204 h 550199"/>
                  <a:gd name="connsiteX17" fmla="*/ 512776 w 547820"/>
                  <a:gd name="connsiteY17" fmla="*/ 419528 h 550199"/>
                  <a:gd name="connsiteX18" fmla="*/ 548816 w 547820"/>
                  <a:gd name="connsiteY18" fmla="*/ 275250 h 550199"/>
                  <a:gd name="connsiteX19" fmla="*/ 511815 w 547820"/>
                  <a:gd name="connsiteY19" fmla="*/ 130961 h 550199"/>
                  <a:gd name="connsiteX20" fmla="*/ 411861 w 547820"/>
                  <a:gd name="connsiteY20" fmla="*/ 34296 h 550199"/>
                  <a:gd name="connsiteX21" fmla="*/ 271061 w 547820"/>
                  <a:gd name="connsiteY21" fmla="*/ 150 h 550199"/>
                  <a:gd name="connsiteX22" fmla="*/ 132659 w 54782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20" h="550199">
                    <a:moveTo>
                      <a:pt x="339781" y="135295"/>
                    </a:moveTo>
                    <a:cubicBezTo>
                      <a:pt x="361231" y="147153"/>
                      <a:pt x="378371" y="164944"/>
                      <a:pt x="391210" y="188680"/>
                    </a:cubicBezTo>
                    <a:cubicBezTo>
                      <a:pt x="403999" y="212396"/>
                      <a:pt x="410414" y="241256"/>
                      <a:pt x="410414" y="275250"/>
                    </a:cubicBezTo>
                    <a:cubicBezTo>
                      <a:pt x="410414" y="325891"/>
                      <a:pt x="397109" y="364857"/>
                      <a:pt x="370540" y="392117"/>
                    </a:cubicBezTo>
                    <a:cubicBezTo>
                      <a:pt x="343940" y="419366"/>
                      <a:pt x="311421" y="433006"/>
                      <a:pt x="272993" y="433006"/>
                    </a:cubicBezTo>
                    <a:cubicBezTo>
                      <a:pt x="234546" y="433006"/>
                      <a:pt x="202341" y="419366"/>
                      <a:pt x="176388" y="392117"/>
                    </a:cubicBezTo>
                    <a:cubicBezTo>
                      <a:pt x="150456" y="364857"/>
                      <a:pt x="137475" y="325891"/>
                      <a:pt x="137475" y="275250"/>
                    </a:cubicBezTo>
                    <a:cubicBezTo>
                      <a:pt x="137475" y="224588"/>
                      <a:pt x="150112" y="185622"/>
                      <a:pt x="175427" y="158383"/>
                    </a:cubicBezTo>
                    <a:cubicBezTo>
                      <a:pt x="200732" y="131113"/>
                      <a:pt x="232613" y="117503"/>
                      <a:pt x="271061" y="117503"/>
                    </a:cubicBezTo>
                    <a:cubicBezTo>
                      <a:pt x="295404" y="117503"/>
                      <a:pt x="318311" y="123427"/>
                      <a:pt x="339781" y="135295"/>
                    </a:cubicBezTo>
                    <a:moveTo>
                      <a:pt x="132659" y="34296"/>
                    </a:moveTo>
                    <a:cubicBezTo>
                      <a:pt x="91661" y="57049"/>
                      <a:pt x="59456" y="89271"/>
                      <a:pt x="36074" y="130961"/>
                    </a:cubicBezTo>
                    <a:cubicBezTo>
                      <a:pt x="12671" y="172640"/>
                      <a:pt x="995" y="220740"/>
                      <a:pt x="995" y="275250"/>
                    </a:cubicBezTo>
                    <a:cubicBezTo>
                      <a:pt x="995" y="329749"/>
                      <a:pt x="13015" y="377849"/>
                      <a:pt x="37035" y="419528"/>
                    </a:cubicBezTo>
                    <a:cubicBezTo>
                      <a:pt x="61065" y="461208"/>
                      <a:pt x="93887" y="493440"/>
                      <a:pt x="135553" y="516204"/>
                    </a:cubicBezTo>
                    <a:cubicBezTo>
                      <a:pt x="177188" y="538957"/>
                      <a:pt x="223639" y="550349"/>
                      <a:pt x="274896" y="550349"/>
                    </a:cubicBezTo>
                    <a:cubicBezTo>
                      <a:pt x="326163" y="550349"/>
                      <a:pt x="372604" y="538957"/>
                      <a:pt x="414269" y="516204"/>
                    </a:cubicBezTo>
                    <a:cubicBezTo>
                      <a:pt x="455904" y="493440"/>
                      <a:pt x="488756" y="461208"/>
                      <a:pt x="512776" y="419528"/>
                    </a:cubicBezTo>
                    <a:cubicBezTo>
                      <a:pt x="536806" y="377849"/>
                      <a:pt x="548816" y="329749"/>
                      <a:pt x="548816" y="275250"/>
                    </a:cubicBezTo>
                    <a:cubicBezTo>
                      <a:pt x="548816" y="220740"/>
                      <a:pt x="536482" y="172640"/>
                      <a:pt x="511815" y="130961"/>
                    </a:cubicBezTo>
                    <a:cubicBezTo>
                      <a:pt x="487148" y="89271"/>
                      <a:pt x="453820" y="57049"/>
                      <a:pt x="411861" y="34296"/>
                    </a:cubicBezTo>
                    <a:cubicBezTo>
                      <a:pt x="369892" y="11532"/>
                      <a:pt x="322965" y="150"/>
                      <a:pt x="271061" y="150"/>
                    </a:cubicBezTo>
                    <a:cubicBezTo>
                      <a:pt x="219794" y="150"/>
                      <a:pt x="173656" y="11532"/>
                      <a:pt x="132659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0" name="Vrije vorm 19">
                <a:extLst>
                  <a:ext uri="{FF2B5EF4-FFF2-40B4-BE49-F238E27FC236}">
                    <a16:creationId xmlns:a16="http://schemas.microsoft.com/office/drawing/2014/main" id="{658FA122-375D-D527-CDBF-1CAF42812A24}"/>
                  </a:ext>
                </a:extLst>
              </p:cNvPr>
              <p:cNvSpPr/>
              <p:nvPr/>
            </p:nvSpPr>
            <p:spPr>
              <a:xfrm flipV="1">
                <a:off x="7620910" y="511524"/>
                <a:ext cx="547810" cy="550199"/>
              </a:xfrm>
              <a:custGeom>
                <a:avLst/>
                <a:gdLst>
                  <a:gd name="connsiteX0" fmla="*/ 339830 w 547810"/>
                  <a:gd name="connsiteY0" fmla="*/ 135295 h 550199"/>
                  <a:gd name="connsiteX1" fmla="*/ 391259 w 547810"/>
                  <a:gd name="connsiteY1" fmla="*/ 188680 h 550199"/>
                  <a:gd name="connsiteX2" fmla="*/ 410463 w 547810"/>
                  <a:gd name="connsiteY2" fmla="*/ 275250 h 550199"/>
                  <a:gd name="connsiteX3" fmla="*/ 370588 w 547810"/>
                  <a:gd name="connsiteY3" fmla="*/ 392117 h 550199"/>
                  <a:gd name="connsiteX4" fmla="*/ 273042 w 547810"/>
                  <a:gd name="connsiteY4" fmla="*/ 433006 h 550199"/>
                  <a:gd name="connsiteX5" fmla="*/ 176437 w 547810"/>
                  <a:gd name="connsiteY5" fmla="*/ 392117 h 550199"/>
                  <a:gd name="connsiteX6" fmla="*/ 137524 w 547810"/>
                  <a:gd name="connsiteY6" fmla="*/ 275250 h 550199"/>
                  <a:gd name="connsiteX7" fmla="*/ 175476 w 547810"/>
                  <a:gd name="connsiteY7" fmla="*/ 158383 h 550199"/>
                  <a:gd name="connsiteX8" fmla="*/ 271110 w 547810"/>
                  <a:gd name="connsiteY8" fmla="*/ 117503 h 550199"/>
                  <a:gd name="connsiteX9" fmla="*/ 339830 w 547810"/>
                  <a:gd name="connsiteY9" fmla="*/ 135295 h 550199"/>
                  <a:gd name="connsiteX10" fmla="*/ 132708 w 547810"/>
                  <a:gd name="connsiteY10" fmla="*/ 34296 h 550199"/>
                  <a:gd name="connsiteX11" fmla="*/ 36123 w 547810"/>
                  <a:gd name="connsiteY11" fmla="*/ 130961 h 550199"/>
                  <a:gd name="connsiteX12" fmla="*/ 1054 w 547810"/>
                  <a:gd name="connsiteY12" fmla="*/ 275250 h 550199"/>
                  <a:gd name="connsiteX13" fmla="*/ 37084 w 547810"/>
                  <a:gd name="connsiteY13" fmla="*/ 419528 h 550199"/>
                  <a:gd name="connsiteX14" fmla="*/ 135601 w 547810"/>
                  <a:gd name="connsiteY14" fmla="*/ 516204 h 550199"/>
                  <a:gd name="connsiteX15" fmla="*/ 274944 w 547810"/>
                  <a:gd name="connsiteY15" fmla="*/ 550349 h 550199"/>
                  <a:gd name="connsiteX16" fmla="*/ 414317 w 547810"/>
                  <a:gd name="connsiteY16" fmla="*/ 516204 h 550199"/>
                  <a:gd name="connsiteX17" fmla="*/ 512825 w 547810"/>
                  <a:gd name="connsiteY17" fmla="*/ 419528 h 550199"/>
                  <a:gd name="connsiteX18" fmla="*/ 548865 w 547810"/>
                  <a:gd name="connsiteY18" fmla="*/ 275250 h 550199"/>
                  <a:gd name="connsiteX19" fmla="*/ 511864 w 547810"/>
                  <a:gd name="connsiteY19" fmla="*/ 130961 h 550199"/>
                  <a:gd name="connsiteX20" fmla="*/ 411909 w 547810"/>
                  <a:gd name="connsiteY20" fmla="*/ 34296 h 550199"/>
                  <a:gd name="connsiteX21" fmla="*/ 271110 w 547810"/>
                  <a:gd name="connsiteY21" fmla="*/ 150 h 550199"/>
                  <a:gd name="connsiteX22" fmla="*/ 132708 w 547810"/>
                  <a:gd name="connsiteY22" fmla="*/ 34296 h 55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7810" h="550199">
                    <a:moveTo>
                      <a:pt x="339830" y="135295"/>
                    </a:moveTo>
                    <a:cubicBezTo>
                      <a:pt x="361280" y="147153"/>
                      <a:pt x="378419" y="164944"/>
                      <a:pt x="391259" y="188680"/>
                    </a:cubicBezTo>
                    <a:cubicBezTo>
                      <a:pt x="404048" y="212396"/>
                      <a:pt x="410463" y="241256"/>
                      <a:pt x="410463" y="275250"/>
                    </a:cubicBezTo>
                    <a:cubicBezTo>
                      <a:pt x="410463" y="325891"/>
                      <a:pt x="397158" y="364857"/>
                      <a:pt x="370588" y="392117"/>
                    </a:cubicBezTo>
                    <a:cubicBezTo>
                      <a:pt x="343988" y="419366"/>
                      <a:pt x="311470" y="433006"/>
                      <a:pt x="273042" y="433006"/>
                    </a:cubicBezTo>
                    <a:cubicBezTo>
                      <a:pt x="234594" y="433006"/>
                      <a:pt x="202389" y="419366"/>
                      <a:pt x="176437" y="392117"/>
                    </a:cubicBezTo>
                    <a:cubicBezTo>
                      <a:pt x="150505" y="364857"/>
                      <a:pt x="137524" y="325891"/>
                      <a:pt x="137524" y="275250"/>
                    </a:cubicBezTo>
                    <a:cubicBezTo>
                      <a:pt x="137524" y="224588"/>
                      <a:pt x="150161" y="185622"/>
                      <a:pt x="175476" y="158383"/>
                    </a:cubicBezTo>
                    <a:cubicBezTo>
                      <a:pt x="200780" y="131113"/>
                      <a:pt x="232662" y="117503"/>
                      <a:pt x="271110" y="117503"/>
                    </a:cubicBezTo>
                    <a:cubicBezTo>
                      <a:pt x="295453" y="117503"/>
                      <a:pt x="318360" y="123427"/>
                      <a:pt x="339830" y="135295"/>
                    </a:cubicBezTo>
                    <a:moveTo>
                      <a:pt x="132708" y="34296"/>
                    </a:moveTo>
                    <a:cubicBezTo>
                      <a:pt x="91710" y="57049"/>
                      <a:pt x="59505" y="89271"/>
                      <a:pt x="36123" y="130961"/>
                    </a:cubicBezTo>
                    <a:cubicBezTo>
                      <a:pt x="12720" y="172640"/>
                      <a:pt x="1054" y="220740"/>
                      <a:pt x="1054" y="275250"/>
                    </a:cubicBezTo>
                    <a:cubicBezTo>
                      <a:pt x="1054" y="329749"/>
                      <a:pt x="13064" y="377849"/>
                      <a:pt x="37084" y="419528"/>
                    </a:cubicBezTo>
                    <a:cubicBezTo>
                      <a:pt x="61114" y="461208"/>
                      <a:pt x="93936" y="493440"/>
                      <a:pt x="135601" y="516204"/>
                    </a:cubicBezTo>
                    <a:cubicBezTo>
                      <a:pt x="177236" y="538957"/>
                      <a:pt x="223687" y="550349"/>
                      <a:pt x="274944" y="550349"/>
                    </a:cubicBezTo>
                    <a:cubicBezTo>
                      <a:pt x="326211" y="550349"/>
                      <a:pt x="372652" y="538957"/>
                      <a:pt x="414317" y="516204"/>
                    </a:cubicBezTo>
                    <a:cubicBezTo>
                      <a:pt x="455963" y="493440"/>
                      <a:pt x="488805" y="461208"/>
                      <a:pt x="512825" y="419528"/>
                    </a:cubicBezTo>
                    <a:cubicBezTo>
                      <a:pt x="536855" y="377849"/>
                      <a:pt x="548865" y="329749"/>
                      <a:pt x="548865" y="275250"/>
                    </a:cubicBezTo>
                    <a:cubicBezTo>
                      <a:pt x="548865" y="220740"/>
                      <a:pt x="536531" y="172640"/>
                      <a:pt x="511864" y="130961"/>
                    </a:cubicBezTo>
                    <a:cubicBezTo>
                      <a:pt x="487196" y="89271"/>
                      <a:pt x="453868" y="57049"/>
                      <a:pt x="411909" y="34296"/>
                    </a:cubicBezTo>
                    <a:cubicBezTo>
                      <a:pt x="369941" y="11532"/>
                      <a:pt x="323014" y="150"/>
                      <a:pt x="271110" y="150"/>
                    </a:cubicBezTo>
                    <a:cubicBezTo>
                      <a:pt x="219842" y="150"/>
                      <a:pt x="173705" y="11532"/>
                      <a:pt x="132708" y="34296"/>
                    </a:cubicBezTo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1" name="Vrije vorm 20">
                <a:extLst>
                  <a:ext uri="{FF2B5EF4-FFF2-40B4-BE49-F238E27FC236}">
                    <a16:creationId xmlns:a16="http://schemas.microsoft.com/office/drawing/2014/main" id="{992BAFDC-4BF9-E84C-A995-4F68F4FC0D4D}"/>
                  </a:ext>
                </a:extLst>
              </p:cNvPr>
              <p:cNvSpPr/>
              <p:nvPr/>
            </p:nvSpPr>
            <p:spPr>
              <a:xfrm flipV="1">
                <a:off x="8248471" y="341271"/>
                <a:ext cx="134546" cy="711794"/>
              </a:xfrm>
              <a:custGeom>
                <a:avLst/>
                <a:gdLst>
                  <a:gd name="connsiteX0" fmla="*/ 134547 w 134546"/>
                  <a:gd name="connsiteY0" fmla="*/ -254 h 711794"/>
                  <a:gd name="connsiteX1" fmla="*/ 0 w 134546"/>
                  <a:gd name="connsiteY1" fmla="*/ -254 h 711794"/>
                  <a:gd name="connsiteX2" fmla="*/ 0 w 134546"/>
                  <a:gd name="connsiteY2" fmla="*/ 711540 h 711794"/>
                  <a:gd name="connsiteX3" fmla="*/ 134547 w 134546"/>
                  <a:gd name="connsiteY3" fmla="*/ 711540 h 71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546" h="711794">
                    <a:moveTo>
                      <a:pt x="134547" y="-254"/>
                    </a:moveTo>
                    <a:lnTo>
                      <a:pt x="0" y="-254"/>
                    </a:lnTo>
                    <a:lnTo>
                      <a:pt x="0" y="711540"/>
                    </a:lnTo>
                    <a:lnTo>
                      <a:pt x="134547" y="711540"/>
                    </a:lnTo>
                    <a:close/>
                  </a:path>
                </a:pathLst>
              </a:custGeom>
              <a:solidFill>
                <a:srgbClr val="231F20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22" name="Vrije vorm 21">
                <a:extLst>
                  <a:ext uri="{FF2B5EF4-FFF2-40B4-BE49-F238E27FC236}">
                    <a16:creationId xmlns:a16="http://schemas.microsoft.com/office/drawing/2014/main" id="{019C7F57-C287-E89B-29B0-4BFC6C317AB0}"/>
                  </a:ext>
                </a:extLst>
              </p:cNvPr>
              <p:cNvSpPr/>
              <p:nvPr/>
            </p:nvSpPr>
            <p:spPr>
              <a:xfrm flipV="1">
                <a:off x="184698" y="233060"/>
                <a:ext cx="2187639" cy="1094728"/>
              </a:xfrm>
              <a:custGeom>
                <a:avLst/>
                <a:gdLst>
                  <a:gd name="connsiteX0" fmla="*/ 1656406 w 2187639"/>
                  <a:gd name="connsiteY0" fmla="*/ 1094946 h 1094728"/>
                  <a:gd name="connsiteX1" fmla="*/ 1094269 w 2187639"/>
                  <a:gd name="connsiteY1" fmla="*/ 532341 h 1094728"/>
                  <a:gd name="connsiteX2" fmla="*/ 532122 w 2187639"/>
                  <a:gd name="connsiteY2" fmla="*/ 1094946 h 1094728"/>
                  <a:gd name="connsiteX3" fmla="*/ 449 w 2187639"/>
                  <a:gd name="connsiteY3" fmla="*/ 1094946 h 1094728"/>
                  <a:gd name="connsiteX4" fmla="*/ 1094269 w 2187639"/>
                  <a:gd name="connsiteY4" fmla="*/ 217 h 1094728"/>
                  <a:gd name="connsiteX5" fmla="*/ 2188089 w 2187639"/>
                  <a:gd name="connsiteY5" fmla="*/ 1094946 h 109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7639" h="1094728">
                    <a:moveTo>
                      <a:pt x="1656406" y="1094946"/>
                    </a:moveTo>
                    <a:cubicBezTo>
                      <a:pt x="1656406" y="784222"/>
                      <a:pt x="1404725" y="532341"/>
                      <a:pt x="1094269" y="532341"/>
                    </a:cubicBezTo>
                    <a:cubicBezTo>
                      <a:pt x="783803" y="532341"/>
                      <a:pt x="532122" y="784222"/>
                      <a:pt x="532122" y="1094946"/>
                    </a:cubicBezTo>
                    <a:lnTo>
                      <a:pt x="449" y="1094946"/>
                    </a:lnTo>
                    <a:cubicBezTo>
                      <a:pt x="449" y="490348"/>
                      <a:pt x="490163" y="217"/>
                      <a:pt x="1094269" y="217"/>
                    </a:cubicBezTo>
                    <a:cubicBezTo>
                      <a:pt x="1698365" y="217"/>
                      <a:pt x="2188089" y="490348"/>
                      <a:pt x="2188089" y="1094946"/>
                    </a:cubicBezTo>
                    <a:close/>
                  </a:path>
                </a:pathLst>
              </a:custGeom>
              <a:solidFill>
                <a:srgbClr val="ED1C24"/>
              </a:solidFill>
              <a:ln w="101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25" name="Titel 1">
            <a:extLst>
              <a:ext uri="{FF2B5EF4-FFF2-40B4-BE49-F238E27FC236}">
                <a16:creationId xmlns:a16="http://schemas.microsoft.com/office/drawing/2014/main" id="{70E98D42-48A3-755C-7C7B-FA4B4185759D}"/>
              </a:ext>
            </a:extLst>
          </p:cNvPr>
          <p:cNvSpPr txBox="1">
            <a:spLocks/>
          </p:cNvSpPr>
          <p:nvPr userDrawn="1"/>
        </p:nvSpPr>
        <p:spPr>
          <a:xfrm>
            <a:off x="4490953" y="5865931"/>
            <a:ext cx="7561347" cy="400110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 cap="all" baseline="0">
                <a:solidFill>
                  <a:schemeClr val="bg1"/>
                </a:solidFill>
                <a:latin typeface="Poppins ExtraBold" pitchFamily="2" charset="77"/>
                <a:ea typeface="+mj-ea"/>
                <a:cs typeface="Poppins ExtraBold" pitchFamily="2" charset="77"/>
              </a:defRPr>
            </a:lvl1pPr>
          </a:lstStyle>
          <a:p>
            <a:endParaRPr lang="nl-BE" sz="3000"/>
          </a:p>
        </p:txBody>
      </p:sp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2E04E7E0-EDB3-0965-4FB9-916FBFF1C1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1037" y="3984692"/>
            <a:ext cx="7274216" cy="16313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nl-BE"/>
              <a:t>Naam docent(en)</a:t>
            </a:r>
          </a:p>
        </p:txBody>
      </p:sp>
      <p:sp>
        <p:nvSpPr>
          <p:cNvPr id="23" name="Tijdelijke aanduiding voor datum 2">
            <a:extLst>
              <a:ext uri="{FF2B5EF4-FFF2-40B4-BE49-F238E27FC236}">
                <a16:creationId xmlns:a16="http://schemas.microsoft.com/office/drawing/2014/main" id="{B67905BA-EE47-806C-2EA7-5E23975FDDD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430439" y="6426264"/>
            <a:ext cx="2334812" cy="115416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nl-BE"/>
              <a:t>17/10/2024</a:t>
            </a:r>
          </a:p>
        </p:txBody>
      </p:sp>
    </p:spTree>
    <p:extLst>
      <p:ext uri="{BB962C8B-B14F-4D97-AF65-F5344CB8AC3E}">
        <p14:creationId xmlns:p14="http://schemas.microsoft.com/office/powerpoint/2010/main" val="4025168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2DBB06DD-9E25-DE99-31C3-52113526958C}"/>
              </a:ext>
            </a:extLst>
          </p:cNvPr>
          <p:cNvSpPr/>
          <p:nvPr userDrawn="1"/>
        </p:nvSpPr>
        <p:spPr>
          <a:xfrm>
            <a:off x="-451413" y="-625033"/>
            <a:ext cx="13206714" cy="8021256"/>
          </a:xfrm>
          <a:prstGeom prst="rect">
            <a:avLst/>
          </a:prstGeom>
          <a:solidFill>
            <a:srgbClr val="D922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B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0A37616-8A79-F758-820B-817F5483C6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4631" y="2456400"/>
            <a:ext cx="7786068" cy="4711223"/>
          </a:xfrm>
        </p:spPr>
        <p:txBody>
          <a:bodyPr lIns="0" anchor="t" anchorCtr="0"/>
          <a:lstStyle>
            <a:lvl1pPr algn="l">
              <a:defRPr sz="6000" b="0" cap="all" baseline="0">
                <a:solidFill>
                  <a:schemeClr val="bg1"/>
                </a:solidFill>
                <a:latin typeface="Poppins ExtraBold" pitchFamily="2" charset="77"/>
              </a:defRPr>
            </a:lvl1pPr>
          </a:lstStyle>
          <a:p>
            <a:r>
              <a:rPr lang="nl-NL"/>
              <a:t>Hoger onderwijs in Vlaanderen</a:t>
            </a:r>
            <a:endParaRPr lang="nl-BE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64E4442-D622-CA53-0370-8ADF61ACD8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" r="32581"/>
          <a:stretch/>
        </p:blipFill>
        <p:spPr>
          <a:xfrm>
            <a:off x="10152000" y="113094"/>
            <a:ext cx="2592000" cy="210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0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titel_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27000" tIns="0" rIns="27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675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‹#›</a:t>
            </a:fld>
            <a:endParaRPr lang="nl-BE" sz="675" baseline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C8E16C78-127D-4D0B-4D58-F4EA8BF47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83" y="651788"/>
            <a:ext cx="11259056" cy="27699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1066800" algn="thaiDist" rtl="0">
              <a:tabLst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43627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titel_1 kolom_br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27000" tIns="0" rIns="27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675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‹#›</a:t>
            </a:fld>
            <a:endParaRPr lang="nl-BE" sz="675" baseline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C8E16C78-127D-4D0B-4D58-F4EA8BF47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83" y="651788"/>
            <a:ext cx="11259056" cy="27699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1066800" algn="thaiDist" rtl="0">
              <a:tabLst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05924966-9FA9-73AD-6263-103BFEB809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9600955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806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titel_1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27000" tIns="0" rIns="27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675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‹#›</a:t>
            </a:fld>
            <a:endParaRPr lang="nl-BE" sz="675" baseline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C8E16C78-127D-4D0B-4D58-F4EA8BF47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83" y="651788"/>
            <a:ext cx="11259056" cy="27699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1066800" algn="thaiDist" rtl="0">
              <a:tabLst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05924966-9FA9-73AD-6263-103BFEB809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446377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564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titel_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27000" tIns="0" rIns="27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675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‹#›</a:t>
            </a:fld>
            <a:endParaRPr lang="nl-BE" sz="675" baseline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C8E16C78-127D-4D0B-4D58-F4EA8BF47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83" y="651788"/>
            <a:ext cx="11259056" cy="27699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1066800" algn="thaiDist" rtl="0">
              <a:tabLst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3532750-1480-464F-D3B5-F440EB25F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446377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jdelijke aanduiding voor tekst 7">
            <a:extLst>
              <a:ext uri="{FF2B5EF4-FFF2-40B4-BE49-F238E27FC236}">
                <a16:creationId xmlns:a16="http://schemas.microsoft.com/office/drawing/2014/main" id="{10D0F53E-9930-6828-432B-24E08D0B1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1800" y="1437130"/>
            <a:ext cx="446377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15698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27000" tIns="0" rIns="27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675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‹#›</a:t>
            </a:fld>
            <a:endParaRPr lang="nl-BE" sz="675" baseline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EA5211D5-4680-B8E2-E484-4109C849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1000"/>
            <a:ext cx="9829800" cy="76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630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1 kolom_br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27000" tIns="0" rIns="27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675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‹#›</a:t>
            </a:fld>
            <a:endParaRPr lang="nl-BE" sz="675" baseline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EA5211D5-4680-B8E2-E484-4109C849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1000"/>
            <a:ext cx="9829800" cy="76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41DFE778-08A9-19FA-62CB-488B917FDF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9600955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2126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1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27000" tIns="0" rIns="27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675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‹#›</a:t>
            </a:fld>
            <a:endParaRPr lang="nl-BE" sz="675" baseline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EA5211D5-4680-B8E2-E484-4109C849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1000"/>
            <a:ext cx="9829800" cy="76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41DFE778-08A9-19FA-62CB-488B917FDF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446377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739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_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2A43BBE-68E4-FF3A-A169-82BE071B2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5" t="1" r="64056" b="35824"/>
          <a:stretch/>
        </p:blipFill>
        <p:spPr>
          <a:xfrm>
            <a:off x="11505955" y="6259564"/>
            <a:ext cx="684000" cy="612000"/>
          </a:xfrm>
          <a:prstGeom prst="rect">
            <a:avLst/>
          </a:prstGeom>
        </p:spPr>
      </p:pic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2F7A0E44-10BD-9712-AF9E-5ABB73A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1740055" y="6477122"/>
            <a:ext cx="396000" cy="396000"/>
          </a:xfrm>
          <a:prstGeom prst="rect">
            <a:avLst/>
          </a:prstGeom>
          <a:noFill/>
        </p:spPr>
        <p:txBody>
          <a:bodyPr vert="horz" wrap="none" lIns="27000" tIns="0" rIns="27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4FAFF9E-DC53-4AC0-AF44-49258468423F}" type="slidenum">
              <a:rPr lang="nl-BE" sz="675" baseline="0" smtClean="0">
                <a:solidFill>
                  <a:schemeClr val="bg1"/>
                </a:solidFill>
                <a:latin typeface="Poppins ExtraBold" pitchFamily="2" charset="77"/>
              </a:rPr>
              <a:pPr/>
              <a:t>‹#›</a:t>
            </a:fld>
            <a:endParaRPr lang="nl-BE" sz="675" baseline="0">
              <a:solidFill>
                <a:schemeClr val="bg1"/>
              </a:solidFill>
              <a:latin typeface="Poppins ExtraBold" pitchFamily="2" charset="77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D940CF4-DF65-5C12-F74D-80E67E082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863" t="15090" r="514" b="1916"/>
          <a:stretch/>
        </p:blipFill>
        <p:spPr>
          <a:xfrm>
            <a:off x="-13484" y="28775"/>
            <a:ext cx="2124000" cy="2268000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EA5211D5-4680-B8E2-E484-4109C849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1000"/>
            <a:ext cx="9829800" cy="76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932A3A8-7796-7277-068A-2642A419BC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446377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2FAB2642-276C-BC37-1F68-D9EC89A48D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1800" y="1437130"/>
            <a:ext cx="4463773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3194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6">
            <a:extLst>
              <a:ext uri="{FF2B5EF4-FFF2-40B4-BE49-F238E27FC236}">
                <a16:creationId xmlns:a16="http://schemas.microsoft.com/office/drawing/2014/main" id="{8D3BCD8B-1D9A-646E-B2A5-BCF16F10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2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DDD57D4-0CB9-D1E1-89F3-B14323E67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54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2102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5" r:id="rId2"/>
    <p:sldLayoutId id="2147483702" r:id="rId3"/>
    <p:sldLayoutId id="2147483712" r:id="rId4"/>
    <p:sldLayoutId id="2147483709" r:id="rId5"/>
    <p:sldLayoutId id="2147483711" r:id="rId6"/>
    <p:sldLayoutId id="2147483707" r:id="rId7"/>
    <p:sldLayoutId id="2147483713" r:id="rId8"/>
    <p:sldLayoutId id="2147483708" r:id="rId9"/>
    <p:sldLayoutId id="2147483710" r:id="rId10"/>
  </p:sldLayoutIdLst>
  <p:txStyles>
    <p:titleStyle>
      <a:lvl1pPr eaLnBrk="1" hangingPunct="1">
        <a:defRPr sz="1800" b="1">
          <a:latin typeface="Poppins" pitchFamily="2" charset="77"/>
          <a:ea typeface="+mj-ea"/>
          <a:cs typeface="Poppins" pitchFamily="2" charset="77"/>
        </a:defRPr>
      </a:lvl1pPr>
    </p:titleStyle>
    <p:bodyStyle>
      <a:lvl1pPr marL="0" eaLnBrk="1" hangingPunct="1">
        <a:lnSpc>
          <a:spcPct val="150000"/>
        </a:lnSpc>
        <a:defRPr sz="1500">
          <a:latin typeface="Poppins" pitchFamily="2" charset="77"/>
          <a:ea typeface="+mn-ea"/>
          <a:cs typeface="Poppins" pitchFamily="2" charset="77"/>
        </a:defRPr>
      </a:lvl1pPr>
      <a:lvl2pPr marL="628650" indent="-171450" eaLnBrk="1" hangingPunct="1">
        <a:lnSpc>
          <a:spcPct val="150000"/>
        </a:lnSpc>
        <a:buFont typeface="Arial" panose="020B0604020202020204" pitchFamily="34" charset="0"/>
        <a:buChar char="•"/>
        <a:defRPr sz="1100">
          <a:latin typeface="Poppins" pitchFamily="2" charset="77"/>
          <a:ea typeface="+mn-ea"/>
          <a:cs typeface="Poppins" pitchFamily="2" charset="77"/>
        </a:defRPr>
      </a:lvl2pPr>
      <a:lvl3pPr marL="1085850" indent="-171450" eaLnBrk="1" hangingPunct="1">
        <a:lnSpc>
          <a:spcPct val="150000"/>
        </a:lnSpc>
        <a:buClr>
          <a:srgbClr val="FF0000"/>
        </a:buClr>
        <a:buFont typeface="Arial" panose="020B0604020202020204" pitchFamily="34" charset="0"/>
        <a:buChar char="•"/>
        <a:defRPr sz="1100">
          <a:latin typeface="Poppins" pitchFamily="2" charset="77"/>
          <a:ea typeface="+mn-ea"/>
          <a:cs typeface="Poppins" pitchFamily="2" charset="77"/>
        </a:defRPr>
      </a:lvl3pPr>
      <a:lvl4pPr marL="1543050" indent="-171450" eaLnBrk="1" hangingPunct="1">
        <a:lnSpc>
          <a:spcPct val="150000"/>
        </a:lnSpc>
        <a:buFont typeface="Arial" panose="020B0604020202020204" pitchFamily="34" charset="0"/>
        <a:buChar char="•"/>
        <a:defRPr sz="1100">
          <a:latin typeface="Poppins" pitchFamily="2" charset="77"/>
          <a:ea typeface="+mn-ea"/>
          <a:cs typeface="Poppins" pitchFamily="2" charset="77"/>
        </a:defRPr>
      </a:lvl4pPr>
      <a:lvl5pPr marL="2000250" indent="-171450" eaLnBrk="1" hangingPunct="1">
        <a:lnSpc>
          <a:spcPct val="150000"/>
        </a:lnSpc>
        <a:buClr>
          <a:srgbClr val="FF0000"/>
        </a:buClr>
        <a:buFont typeface="Arial" panose="020B0604020202020204" pitchFamily="34" charset="0"/>
        <a:buChar char="•"/>
        <a:defRPr sz="1100">
          <a:latin typeface="Poppins" pitchFamily="2" charset="77"/>
          <a:ea typeface="+mn-ea"/>
          <a:cs typeface="Poppins" pitchFamily="2" charset="77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etterstack.com/community/guides/scaling-nodejs/esbuild-explained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hans-naert/Modern-Frontend-Build-Pipeline/tree/esbuild" TargetMode="External"/><Relationship Id="rId4" Type="http://schemas.openxmlformats.org/officeDocument/2006/relationships/hyperlink" Target="https://esbuild.github.io/content-types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s-naert/Modern-Frontend-Build-Pipeline/tree/typescript-babe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s-naert/Modern-Frontend-Build-Pipeline/tree/vit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s-naert/Modern-Frontend-Build-Pipeline/tree/esbuild-workbox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hans-naert/Modern-Frontend-Build-Pipeline/tree/vite-workbox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s-naert/Modern-Frontend-Build-Pipeline/tree/ci-cd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71C-A70B-078D-301B-574C496A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nl-BE" noProof="0"/>
              <a:t>Modern </a:t>
            </a:r>
            <a:r>
              <a:rPr lang="nl-BE" noProof="0" err="1"/>
              <a:t>Frontend</a:t>
            </a:r>
            <a:r>
              <a:rPr lang="nl-BE" noProof="0"/>
              <a:t> </a:t>
            </a:r>
            <a:r>
              <a:rPr lang="nl-BE" noProof="0" err="1"/>
              <a:t>Build</a:t>
            </a:r>
            <a:r>
              <a:rPr lang="nl-BE" noProof="0"/>
              <a:t>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5DCE3-D9F1-A440-E3E1-5238F54523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BE" noProof="0"/>
              <a:t>Hans Naert</a:t>
            </a:r>
          </a:p>
        </p:txBody>
      </p:sp>
    </p:spTree>
    <p:extLst>
      <p:ext uri="{BB962C8B-B14F-4D97-AF65-F5344CB8AC3E}">
        <p14:creationId xmlns:p14="http://schemas.microsoft.com/office/powerpoint/2010/main" val="382502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F24A-14F5-2A70-F2EB-D3C2DCC6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/>
              <a:t>Agenda van de Presentatie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4870F-C965-354E-79D2-2FD93459A3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noProof="0"/>
              <a:t>Introductie tot moderne </a:t>
            </a:r>
            <a:r>
              <a:rPr lang="nl-BE" noProof="0" err="1"/>
              <a:t>build</a:t>
            </a:r>
            <a:r>
              <a:rPr lang="nl-BE" noProof="0"/>
              <a:t> </a:t>
            </a:r>
            <a:r>
              <a:rPr lang="nl-BE" noProof="0" err="1"/>
              <a:t>pipelines</a:t>
            </a:r>
            <a:endParaRPr lang="nl-BE" noProof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noProof="0"/>
              <a:t>De rol van </a:t>
            </a:r>
            <a:r>
              <a:rPr lang="nl-BE" noProof="0" err="1"/>
              <a:t>bundlers</a:t>
            </a:r>
            <a:r>
              <a:rPr lang="nl-BE" noProof="0"/>
              <a:t> in het </a:t>
            </a:r>
            <a:r>
              <a:rPr lang="nl-BE" noProof="0" err="1"/>
              <a:t>buildproces</a:t>
            </a:r>
            <a:endParaRPr lang="nl-BE" noProof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noProof="0" err="1"/>
              <a:t>Transpilers</a:t>
            </a:r>
            <a:r>
              <a:rPr lang="nl-BE" noProof="0"/>
              <a:t>: broncode moderniseren en compatibel maken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noProof="0" err="1"/>
              <a:t>Dev</a:t>
            </a:r>
            <a:r>
              <a:rPr lang="nl-BE" noProof="0"/>
              <a:t> server voor snelle iteratie en testen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noProof="0"/>
              <a:t>Optimalisatie: </a:t>
            </a:r>
            <a:r>
              <a:rPr lang="nl-BE" noProof="0" err="1"/>
              <a:t>Workbox</a:t>
            </a:r>
            <a:r>
              <a:rPr lang="nl-BE" noProof="0"/>
              <a:t> en </a:t>
            </a:r>
            <a:r>
              <a:rPr lang="nl-BE" noProof="0" err="1"/>
              <a:t>Progressive</a:t>
            </a:r>
            <a:r>
              <a:rPr lang="nl-BE" noProof="0"/>
              <a:t> Web Apps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noProof="0"/>
              <a:t>Integratie en automatisering met CI/CD</a:t>
            </a:r>
            <a:endParaRPr lang="en-BE" noProof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BE" err="1"/>
              <a:t>Conclusie</a:t>
            </a:r>
            <a:endParaRPr lang="nl-BE" noProof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359911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3B7587-6D23-4BB0-7A6B-114CCE04C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Introductie tot moderne </a:t>
            </a:r>
            <a:r>
              <a:rPr lang="nl-BE" err="1"/>
              <a:t>build</a:t>
            </a:r>
            <a:r>
              <a:rPr lang="nl-BE"/>
              <a:t> </a:t>
            </a:r>
            <a:r>
              <a:rPr lang="nl-BE" err="1"/>
              <a:t>pipelines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7492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50CA-2CF3-BF34-70BC-61228446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Introductie tot moderne </a:t>
            </a:r>
            <a:r>
              <a:rPr lang="nl-BE" err="1"/>
              <a:t>build</a:t>
            </a:r>
            <a:r>
              <a:rPr lang="nl-BE"/>
              <a:t> </a:t>
            </a:r>
            <a:r>
              <a:rPr lang="nl-BE" err="1"/>
              <a:t>pipelines</a:t>
            </a:r>
            <a:endParaRPr lang="nl-BE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BBAD3-29D3-C578-F937-7D4856410A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sz="1400" b="1">
                <a:solidFill>
                  <a:schemeClr val="tx1"/>
                </a:solidFill>
              </a:rPr>
              <a:t>Wat is een </a:t>
            </a:r>
            <a:r>
              <a:rPr lang="nl-BE" sz="1400" b="1" err="1">
                <a:solidFill>
                  <a:schemeClr val="tx1"/>
                </a:solidFill>
              </a:rPr>
              <a:t>build</a:t>
            </a:r>
            <a:r>
              <a:rPr lang="nl-BE" sz="1400" b="1">
                <a:solidFill>
                  <a:schemeClr val="tx1"/>
                </a:solidFill>
              </a:rPr>
              <a:t> pipeline?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400" b="1" noProof="0">
                <a:solidFill>
                  <a:schemeClr val="tx1"/>
                </a:solidFill>
              </a:rPr>
              <a:t>Reeks van stappen</a:t>
            </a:r>
            <a:br>
              <a:rPr lang="nl-BE" sz="1400" noProof="0">
                <a:solidFill>
                  <a:schemeClr val="tx1"/>
                </a:solidFill>
              </a:rPr>
            </a:br>
            <a:r>
              <a:rPr lang="nl-BE" sz="1400" noProof="0">
                <a:solidFill>
                  <a:schemeClr val="tx1"/>
                </a:solidFill>
              </a:rPr>
              <a:t>Een </a:t>
            </a:r>
            <a:r>
              <a:rPr lang="nl-BE" sz="1400" noProof="0" err="1">
                <a:solidFill>
                  <a:schemeClr val="tx1"/>
                </a:solidFill>
              </a:rPr>
              <a:t>build</a:t>
            </a:r>
            <a:r>
              <a:rPr lang="nl-BE" sz="1400" noProof="0">
                <a:solidFill>
                  <a:schemeClr val="tx1"/>
                </a:solidFill>
              </a:rPr>
              <a:t> pipeline bestaat uit opeenvolgende stappen zoals compileren, testen, bundelen en implementeren van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400" b="1" noProof="0">
                <a:solidFill>
                  <a:schemeClr val="tx1"/>
                </a:solidFill>
              </a:rPr>
              <a:t>Procesoptimalisatie</a:t>
            </a:r>
            <a:br>
              <a:rPr lang="nl-BE" sz="1400" noProof="0">
                <a:solidFill>
                  <a:schemeClr val="tx1"/>
                </a:solidFill>
              </a:rPr>
            </a:br>
            <a:r>
              <a:rPr lang="nl-BE" sz="1400" noProof="0">
                <a:solidFill>
                  <a:schemeClr val="tx1"/>
                </a:solidFill>
              </a:rPr>
              <a:t>De pipeline stroomlijnt het ontwikkelproces om betrouwbaarheid en reproduceerbaarheid van software te waarborgen.</a:t>
            </a:r>
          </a:p>
          <a:p>
            <a:endParaRPr lang="nl-BE" noProof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4303BBD-6681-0F91-0EAB-9C05B8E21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6843089"/>
              </p:ext>
            </p:extLst>
          </p:nvPr>
        </p:nvGraphicFramePr>
        <p:xfrm>
          <a:off x="983432" y="3861048"/>
          <a:ext cx="10657184" cy="23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189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088D-A687-E471-A659-C393C6A6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6CBE-2373-41FD-7D49-F031DE1D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Introductie tot moderne </a:t>
            </a:r>
            <a:r>
              <a:rPr lang="nl-BE" err="1"/>
              <a:t>build</a:t>
            </a:r>
            <a:r>
              <a:rPr lang="nl-BE"/>
              <a:t> </a:t>
            </a:r>
            <a:r>
              <a:rPr lang="nl-BE" err="1"/>
              <a:t>pipelines</a:t>
            </a:r>
            <a:endParaRPr lang="nl-BE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37C1F-AFA6-C686-B588-12BFB235D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b="1">
                <a:solidFill>
                  <a:schemeClr val="tx1"/>
                </a:solidFill>
              </a:rPr>
              <a:t>Waarom zijn </a:t>
            </a:r>
            <a:r>
              <a:rPr lang="nl-BE" b="1" err="1">
                <a:solidFill>
                  <a:schemeClr val="tx1"/>
                </a:solidFill>
              </a:rPr>
              <a:t>build</a:t>
            </a:r>
            <a:r>
              <a:rPr lang="nl-BE" b="1">
                <a:solidFill>
                  <a:schemeClr val="tx1"/>
                </a:solidFill>
              </a:rPr>
              <a:t> </a:t>
            </a:r>
            <a:r>
              <a:rPr lang="nl-BE" b="1" err="1">
                <a:solidFill>
                  <a:schemeClr val="tx1"/>
                </a:solidFill>
              </a:rPr>
              <a:t>pipelines</a:t>
            </a:r>
            <a:r>
              <a:rPr lang="nl-BE" b="1">
                <a:solidFill>
                  <a:schemeClr val="tx1"/>
                </a:solidFill>
              </a:rPr>
              <a:t> essentieel in softwareontwikkeling?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noProof="0"/>
              <a:t>Verhoogde productiviteit</a:t>
            </a:r>
            <a:br>
              <a:rPr lang="nl-BE" noProof="0"/>
            </a:br>
            <a:r>
              <a:rPr lang="nl-BE" noProof="0" err="1"/>
              <a:t>Build</a:t>
            </a:r>
            <a:r>
              <a:rPr lang="nl-BE" noProof="0"/>
              <a:t> </a:t>
            </a:r>
            <a:r>
              <a:rPr lang="nl-BE" noProof="0" err="1"/>
              <a:t>pipelines</a:t>
            </a:r>
            <a:r>
              <a:rPr lang="nl-BE" noProof="0"/>
              <a:t> automatiseren taken en verhogen de efficiëntie in softwareontwikkeling.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noProof="0"/>
              <a:t>Vermindering van fouten</a:t>
            </a:r>
            <a:br>
              <a:rPr lang="nl-BE" noProof="0"/>
            </a:br>
            <a:r>
              <a:rPr lang="nl-BE" noProof="0"/>
              <a:t>Automatische processen minimaliseren menselijke fouten tijdens het bouwen en testen.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noProof="0"/>
              <a:t>Versnelde releases</a:t>
            </a:r>
            <a:br>
              <a:rPr lang="nl-BE" noProof="0"/>
            </a:br>
            <a:r>
              <a:rPr lang="nl-BE" noProof="0"/>
              <a:t>Pipelines zorgen voor snellere en betrouwbaardere softwareleveringen.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noProof="0"/>
              <a:t>Ondersteuning voor Agile en </a:t>
            </a:r>
            <a:r>
              <a:rPr lang="nl-BE" b="1" noProof="0" err="1"/>
              <a:t>DevOps</a:t>
            </a:r>
            <a:br>
              <a:rPr lang="nl-BE" noProof="0"/>
            </a:br>
            <a:r>
              <a:rPr lang="nl-BE" noProof="0" err="1"/>
              <a:t>Build</a:t>
            </a:r>
            <a:r>
              <a:rPr lang="nl-BE" noProof="0"/>
              <a:t> </a:t>
            </a:r>
            <a:r>
              <a:rPr lang="nl-BE" noProof="0" err="1"/>
              <a:t>pipelines</a:t>
            </a:r>
            <a:r>
              <a:rPr lang="nl-BE" noProof="0"/>
              <a:t> faciliteren continue integratie en continue levering in moderne ontwikkelingsmethoden.</a:t>
            </a:r>
          </a:p>
          <a:p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196730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70DCA4-1045-5E02-8990-600BD03D23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De rol van </a:t>
            </a:r>
            <a:r>
              <a:rPr lang="nl-BE" err="1"/>
              <a:t>bundlers</a:t>
            </a:r>
            <a:r>
              <a:rPr lang="nl-BE"/>
              <a:t> in het </a:t>
            </a:r>
            <a:r>
              <a:rPr lang="nl-BE" err="1"/>
              <a:t>buildproces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5328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9A9F2-256B-24E5-8180-3EAE59DA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De rol van </a:t>
            </a:r>
            <a:r>
              <a:rPr lang="nl-BE" err="1"/>
              <a:t>bundlers</a:t>
            </a:r>
            <a:r>
              <a:rPr lang="nl-BE"/>
              <a:t> in het </a:t>
            </a:r>
            <a:r>
              <a:rPr lang="nl-BE" err="1"/>
              <a:t>buildproces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53946-738A-180E-B6EF-A13988E1DC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b="1"/>
              <a:t>Het samenvoegen van bronbestanden</a:t>
            </a:r>
            <a:r>
              <a:rPr lang="en-BE" b="1"/>
              <a:t>:</a:t>
            </a:r>
            <a:endParaRPr lang="nl-B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noProof="0"/>
              <a:t>Verwerking van bestanden</a:t>
            </a:r>
            <a:br>
              <a:rPr lang="en-BE" b="1" noProof="0"/>
            </a:br>
            <a:r>
              <a:rPr lang="nl-BE" noProof="0" err="1"/>
              <a:t>Bundlers</a:t>
            </a:r>
            <a:r>
              <a:rPr lang="nl-BE" noProof="0"/>
              <a:t> verwerken verschillende bronbestanden zoals </a:t>
            </a:r>
            <a:r>
              <a:rPr lang="nl-BE" noProof="0" err="1"/>
              <a:t>JavaScript</a:t>
            </a:r>
            <a:r>
              <a:rPr lang="nl-BE" noProof="0"/>
              <a:t> en CSS om ze te optimaliseren.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noProof="0"/>
              <a:t>Afhankelijkheden </a:t>
            </a:r>
            <a:r>
              <a:rPr lang="nl-BE" b="1" noProof="0" err="1"/>
              <a:t>resolven</a:t>
            </a:r>
            <a:br>
              <a:rPr lang="nl-BE" noProof="0"/>
            </a:br>
            <a:r>
              <a:rPr lang="nl-BE" noProof="0"/>
              <a:t>Ze lossen afhankelijkheden op om correcte volgorde en functionaliteit te garanderen.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b="1" noProof="0"/>
              <a:t>Efficiënte bundels creëren</a:t>
            </a:r>
            <a:br>
              <a:rPr lang="nl-BE" noProof="0"/>
            </a:br>
            <a:r>
              <a:rPr lang="nl-BE" noProof="0"/>
              <a:t>Bundels verbeteren laadtijd en </a:t>
            </a:r>
            <a:r>
              <a:rPr lang="nl-BE" noProof="0" err="1"/>
              <a:t>caching</a:t>
            </a:r>
            <a:r>
              <a:rPr lang="nl-BE" noProof="0"/>
              <a:t> voor snellere websiteprestaties.</a:t>
            </a:r>
          </a:p>
          <a:p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1497248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2A79-BAC8-5644-5A69-7D01AFF1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744F-3006-DFBB-2638-53E368DA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/>
              <a:t>De rol van </a:t>
            </a:r>
            <a:r>
              <a:rPr lang="nl-BE" err="1"/>
              <a:t>bundlers</a:t>
            </a:r>
            <a:r>
              <a:rPr lang="nl-BE"/>
              <a:t> in het </a:t>
            </a:r>
            <a:r>
              <a:rPr lang="nl-BE" err="1"/>
              <a:t>buildproces</a:t>
            </a:r>
            <a:endParaRPr lang="nl-BE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98AF9-BBBA-8986-BD8F-D5FF32B9AE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nl-BE" sz="1400" b="1">
                <a:solidFill>
                  <a:schemeClr val="tx1"/>
                </a:solidFill>
              </a:rPr>
              <a:t>Populaire </a:t>
            </a:r>
            <a:r>
              <a:rPr lang="nl-BE" sz="1400" b="1" err="1">
                <a:solidFill>
                  <a:schemeClr val="tx1"/>
                </a:solidFill>
              </a:rPr>
              <a:t>bundlers</a:t>
            </a:r>
            <a:r>
              <a:rPr lang="nl-BE" sz="1400" b="1">
                <a:solidFill>
                  <a:schemeClr val="tx1"/>
                </a:solidFill>
              </a:rPr>
              <a:t>: </a:t>
            </a:r>
            <a:r>
              <a:rPr lang="nl-BE" sz="1400" b="1" err="1">
                <a:solidFill>
                  <a:schemeClr val="tx1"/>
                </a:solidFill>
              </a:rPr>
              <a:t>Webpack</a:t>
            </a:r>
            <a:r>
              <a:rPr lang="nl-BE" sz="1400" b="1">
                <a:solidFill>
                  <a:schemeClr val="tx1"/>
                </a:solidFill>
              </a:rPr>
              <a:t>, </a:t>
            </a:r>
            <a:r>
              <a:rPr lang="nl-BE" sz="1400" b="1" err="1">
                <a:solidFill>
                  <a:schemeClr val="tx1"/>
                </a:solidFill>
              </a:rPr>
              <a:t>Rollup</a:t>
            </a:r>
            <a:r>
              <a:rPr lang="nl-BE" sz="1400" b="1">
                <a:solidFill>
                  <a:schemeClr val="tx1"/>
                </a:solidFill>
              </a:rPr>
              <a:t>, Parcel, </a:t>
            </a:r>
            <a:r>
              <a:rPr lang="nl-BE" sz="1400" b="1" err="1">
                <a:solidFill>
                  <a:schemeClr val="tx1"/>
                </a:solidFill>
              </a:rPr>
              <a:t>Esbuild</a:t>
            </a:r>
            <a:endParaRPr lang="en-BE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400" b="1" noProof="0" err="1">
                <a:solidFill>
                  <a:schemeClr val="tx1"/>
                </a:solidFill>
              </a:rPr>
              <a:t>Webpack</a:t>
            </a:r>
            <a:r>
              <a:rPr lang="nl-BE" sz="1400" b="1" noProof="0">
                <a:solidFill>
                  <a:schemeClr val="tx1"/>
                </a:solidFill>
              </a:rPr>
              <a:t> veelzijdigheid</a:t>
            </a:r>
            <a:br>
              <a:rPr lang="nl-BE" sz="1400" noProof="0">
                <a:solidFill>
                  <a:schemeClr val="tx1"/>
                </a:solidFill>
              </a:rPr>
            </a:br>
            <a:r>
              <a:rPr lang="nl-BE" sz="1400" noProof="0" err="1">
                <a:solidFill>
                  <a:schemeClr val="tx1"/>
                </a:solidFill>
              </a:rPr>
              <a:t>Webpack</a:t>
            </a:r>
            <a:r>
              <a:rPr lang="nl-BE" sz="1400" noProof="0">
                <a:solidFill>
                  <a:schemeClr val="tx1"/>
                </a:solidFill>
              </a:rPr>
              <a:t> is een krachtige </a:t>
            </a:r>
            <a:r>
              <a:rPr lang="nl-BE" sz="1400" noProof="0" err="1">
                <a:solidFill>
                  <a:schemeClr val="tx1"/>
                </a:solidFill>
              </a:rPr>
              <a:t>bundler</a:t>
            </a:r>
            <a:r>
              <a:rPr lang="nl-BE" sz="1400" noProof="0">
                <a:solidFill>
                  <a:schemeClr val="tx1"/>
                </a:solidFill>
              </a:rPr>
              <a:t> die veelzijdigheid biedt voor complexe </a:t>
            </a:r>
            <a:r>
              <a:rPr lang="nl-BE" sz="1400" noProof="0" err="1">
                <a:solidFill>
                  <a:schemeClr val="tx1"/>
                </a:solidFill>
              </a:rPr>
              <a:t>webprojecten</a:t>
            </a:r>
            <a:r>
              <a:rPr lang="nl-BE" sz="1400" noProof="0">
                <a:solidFill>
                  <a:schemeClr val="tx1"/>
                </a:solidFill>
              </a:rPr>
              <a:t> en uitgebreide configuraties mogelijk maakt.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400" b="1" noProof="0" err="1">
                <a:solidFill>
                  <a:schemeClr val="tx1"/>
                </a:solidFill>
              </a:rPr>
              <a:t>Rollup</a:t>
            </a:r>
            <a:r>
              <a:rPr lang="nl-BE" sz="1400" b="1" noProof="0">
                <a:solidFill>
                  <a:schemeClr val="tx1"/>
                </a:solidFill>
              </a:rPr>
              <a:t> optimalisatie</a:t>
            </a:r>
            <a:br>
              <a:rPr lang="nl-BE" sz="1400" noProof="0">
                <a:solidFill>
                  <a:schemeClr val="tx1"/>
                </a:solidFill>
              </a:rPr>
            </a:br>
            <a:r>
              <a:rPr lang="nl-BE" sz="1400" noProof="0" err="1">
                <a:solidFill>
                  <a:schemeClr val="tx1"/>
                </a:solidFill>
              </a:rPr>
              <a:t>Rollup</a:t>
            </a:r>
            <a:r>
              <a:rPr lang="nl-BE" sz="1400" noProof="0">
                <a:solidFill>
                  <a:schemeClr val="tx1"/>
                </a:solidFill>
              </a:rPr>
              <a:t> richt zich op ES modules en creëert efficiënte, kleine </a:t>
            </a:r>
            <a:r>
              <a:rPr lang="nl-BE" sz="1400" noProof="0" err="1">
                <a:solidFill>
                  <a:schemeClr val="tx1"/>
                </a:solidFill>
              </a:rPr>
              <a:t>bundles</a:t>
            </a:r>
            <a:r>
              <a:rPr lang="nl-BE" sz="1400" noProof="0">
                <a:solidFill>
                  <a:schemeClr val="tx1"/>
                </a:solidFill>
              </a:rPr>
              <a:t> voor optimale laadtijden en prestaties.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400" b="1" noProof="0">
                <a:solidFill>
                  <a:schemeClr val="tx1"/>
                </a:solidFill>
              </a:rPr>
              <a:t>Parcel gebruiksgemak</a:t>
            </a:r>
            <a:br>
              <a:rPr lang="nl-BE" sz="1400" noProof="0">
                <a:solidFill>
                  <a:schemeClr val="tx1"/>
                </a:solidFill>
              </a:rPr>
            </a:br>
            <a:r>
              <a:rPr lang="nl-BE" sz="1400" noProof="0">
                <a:solidFill>
                  <a:schemeClr val="tx1"/>
                </a:solidFill>
              </a:rPr>
              <a:t>Parcel biedt een zero-</a:t>
            </a:r>
            <a:r>
              <a:rPr lang="nl-BE" sz="1400" noProof="0" err="1">
                <a:solidFill>
                  <a:schemeClr val="tx1"/>
                </a:solidFill>
              </a:rPr>
              <a:t>config</a:t>
            </a:r>
            <a:r>
              <a:rPr lang="nl-BE" sz="1400" noProof="0">
                <a:solidFill>
                  <a:schemeClr val="tx1"/>
                </a:solidFill>
              </a:rPr>
              <a:t> ervaring en is ideaal voor snelle ontwikkeling zonder ingewikkelde instellingen.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400" b="1" noProof="0" err="1">
                <a:solidFill>
                  <a:schemeClr val="tx1"/>
                </a:solidFill>
              </a:rPr>
              <a:t>Esbuild</a:t>
            </a:r>
            <a:r>
              <a:rPr lang="nl-BE" sz="1400" b="1" noProof="0">
                <a:solidFill>
                  <a:schemeClr val="tx1"/>
                </a:solidFill>
              </a:rPr>
              <a:t> snelheid</a:t>
            </a:r>
            <a:br>
              <a:rPr lang="nl-BE" sz="1400" noProof="0">
                <a:solidFill>
                  <a:schemeClr val="tx1"/>
                </a:solidFill>
              </a:rPr>
            </a:br>
            <a:r>
              <a:rPr lang="nl-BE" sz="1400" noProof="0" err="1">
                <a:solidFill>
                  <a:schemeClr val="tx1"/>
                </a:solidFill>
              </a:rPr>
              <a:t>Esbuild</a:t>
            </a:r>
            <a:r>
              <a:rPr lang="nl-BE" sz="1400" noProof="0">
                <a:solidFill>
                  <a:schemeClr val="tx1"/>
                </a:solidFill>
              </a:rPr>
              <a:t> is extreem snel dankzij native implementatie in Go en richt zich op snelle </a:t>
            </a:r>
            <a:r>
              <a:rPr lang="nl-BE" sz="1400" noProof="0" err="1">
                <a:solidFill>
                  <a:schemeClr val="tx1"/>
                </a:solidFill>
              </a:rPr>
              <a:t>bundling</a:t>
            </a:r>
            <a:r>
              <a:rPr lang="nl-BE" sz="1400" noProof="0">
                <a:solidFill>
                  <a:schemeClr val="tx1"/>
                </a:solidFill>
              </a:rPr>
              <a:t> en </a:t>
            </a:r>
            <a:r>
              <a:rPr lang="nl-BE" sz="1400" noProof="0" err="1">
                <a:solidFill>
                  <a:schemeClr val="tx1"/>
                </a:solidFill>
              </a:rPr>
              <a:t>transpiling</a:t>
            </a:r>
            <a:r>
              <a:rPr lang="nl-BE" sz="1400" noProof="0">
                <a:solidFill>
                  <a:schemeClr val="tx1"/>
                </a:solidFill>
              </a:rPr>
              <a:t>, met minimale configuratie.</a:t>
            </a:r>
          </a:p>
          <a:p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106182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6AB9-6152-CA3A-53CC-65EBDED5E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1E53-E5A8-7462-5B61-25690F63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3464" indent="-283464">
              <a:lnSpc>
                <a:spcPct val="150000"/>
              </a:lnSpc>
            </a:pPr>
            <a:r>
              <a:rPr lang="nl-BE"/>
              <a:t>De rol van </a:t>
            </a:r>
            <a:r>
              <a:rPr lang="nl-BE" err="1"/>
              <a:t>bundlers</a:t>
            </a:r>
            <a:r>
              <a:rPr lang="nl-BE"/>
              <a:t> in het </a:t>
            </a:r>
            <a:r>
              <a:rPr lang="nl-BE" err="1"/>
              <a:t>buildproces</a:t>
            </a:r>
            <a:endParaRPr lang="fr-BE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B0528-F2B3-285E-D695-F47CC36BD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fr-BE" sz="1400" b="1">
                <a:solidFill>
                  <a:srgbClr val="000000"/>
                </a:solidFill>
                <a:latin typeface="Poppins" panose="00000500000000000000" pitchFamily="2" charset="0"/>
              </a:rPr>
              <a:t>Hands-on met </a:t>
            </a:r>
            <a:r>
              <a:rPr lang="fr-BE" sz="1400" b="1" err="1">
                <a:solidFill>
                  <a:srgbClr val="000000"/>
                </a:solidFill>
                <a:latin typeface="Poppins" panose="00000500000000000000" pitchFamily="2" charset="0"/>
              </a:rPr>
              <a:t>esbuild</a:t>
            </a:r>
            <a:endParaRPr lang="fr-BE" sz="1400" b="1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marL="283464" indent="-283464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Voltooi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de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volgende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tutorial: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  <a:hlinkClick r:id="rId3"/>
              </a:rPr>
              <a:t>Getting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  <a:hlinkClick r:id="rId3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  <a:hlinkClick r:id="rId3"/>
              </a:rPr>
              <a:t>Started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  <a:hlinkClick r:id="rId3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  <a:hlinkClick r:id="rId3"/>
              </a:rPr>
              <a:t>with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  <a:hlinkClick r:id="rId3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  <a:hlinkClick r:id="rId3"/>
              </a:rPr>
              <a:t>esbuild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op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Better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Stack Community.</a:t>
            </a:r>
          </a:p>
          <a:p>
            <a:pPr marL="283464" indent="-283464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Voeg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een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afbeelding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toe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aan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je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project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.</a:t>
            </a:r>
          </a:p>
          <a:p>
            <a:pPr marL="283464" indent="-283464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Maak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gebruik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van het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esbuild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content type 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  <a:hlinkClick r:id="rId4"/>
              </a:rPr>
              <a:t>Data URL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voor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de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afbeelding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en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onderzoek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hoe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deze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wordt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fr-BE" sz="1400" err="1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gebundeld</a:t>
            </a:r>
            <a:r>
              <a:rPr lang="fr-BE" sz="140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.</a:t>
            </a:r>
            <a:endParaRPr lang="en-BE" sz="1400">
              <a:solidFill>
                <a:srgbClr val="000000"/>
              </a:solidFill>
              <a:effectLst/>
              <a:latin typeface="Poppins" panose="00000500000000000000" pitchFamily="2" charset="0"/>
            </a:endParaRPr>
          </a:p>
          <a:p>
            <a:pPr marL="283464" indent="-283464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BE" sz="1400" noProof="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marL="283464" indent="-283464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BE" sz="140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r>
              <a:rPr lang="en-BE" sz="1400" noProof="0" err="1">
                <a:solidFill>
                  <a:srgbClr val="000000"/>
                </a:solidFill>
                <a:latin typeface="Poppins" panose="00000500000000000000" pitchFamily="2" charset="0"/>
              </a:rPr>
              <a:t>Oplossing</a:t>
            </a:r>
            <a:r>
              <a:rPr lang="en-BE" sz="1400" noProof="0">
                <a:solidFill>
                  <a:srgbClr val="000000"/>
                </a:solidFill>
                <a:latin typeface="Poppins" panose="00000500000000000000" pitchFamily="2" charset="0"/>
              </a:rPr>
              <a:t>: </a:t>
            </a:r>
            <a:r>
              <a:rPr lang="fr-BE">
                <a:hlinkClick r:id="rId5"/>
              </a:rPr>
              <a:t>hans-naert/Modern-Frontend-Build-Pipeline at esbuild</a:t>
            </a:r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2563762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0E30-B39F-0DEA-EE89-5CB1F13F1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4630" y="2456400"/>
            <a:ext cx="9213977" cy="4711223"/>
          </a:xfrm>
        </p:spPr>
        <p:txBody>
          <a:bodyPr/>
          <a:lstStyle/>
          <a:p>
            <a:r>
              <a:rPr lang="fr-BE"/>
              <a:t>Transpilers: </a:t>
            </a:r>
            <a:r>
              <a:rPr lang="fr-BE" err="1"/>
              <a:t>broncode</a:t>
            </a:r>
            <a:r>
              <a:rPr lang="fr-BE"/>
              <a:t> </a:t>
            </a:r>
            <a:r>
              <a:rPr lang="fr-BE" err="1"/>
              <a:t>moderniseren</a:t>
            </a:r>
            <a:r>
              <a:rPr lang="fr-BE"/>
              <a:t> en </a:t>
            </a:r>
            <a:r>
              <a:rPr lang="fr-BE" err="1"/>
              <a:t>compatibel</a:t>
            </a:r>
            <a:r>
              <a:rPr lang="fr-BE"/>
              <a:t> </a:t>
            </a:r>
            <a:r>
              <a:rPr lang="fr-BE" err="1"/>
              <a:t>maken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17901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3B49-5F07-A94C-2E71-286C0A3D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Transpilers: </a:t>
            </a:r>
            <a:r>
              <a:rPr lang="fr-BE" err="1"/>
              <a:t>broncode</a:t>
            </a:r>
            <a:r>
              <a:rPr lang="fr-BE"/>
              <a:t> </a:t>
            </a:r>
            <a:r>
              <a:rPr lang="fr-BE" err="1"/>
              <a:t>moderniseren</a:t>
            </a:r>
            <a:r>
              <a:rPr lang="fr-BE"/>
              <a:t> en </a:t>
            </a:r>
            <a:r>
              <a:rPr lang="fr-BE" err="1"/>
              <a:t>compatibel</a:t>
            </a:r>
            <a:r>
              <a:rPr lang="fr-BE"/>
              <a:t> </a:t>
            </a:r>
            <a:r>
              <a:rPr lang="fr-BE" err="1"/>
              <a:t>maken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41A47-1DB3-81E1-E6BB-98914865E4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BE" b="1"/>
              <a:t>Wat </a:t>
            </a:r>
            <a:r>
              <a:rPr lang="fr-BE" b="1" err="1"/>
              <a:t>doet</a:t>
            </a:r>
            <a:r>
              <a:rPr lang="fr-BE" b="1"/>
              <a:t> </a:t>
            </a:r>
            <a:r>
              <a:rPr lang="fr-BE" b="1" err="1"/>
              <a:t>een</a:t>
            </a:r>
            <a:r>
              <a:rPr lang="fr-BE" b="1"/>
              <a:t> transpiler?</a:t>
            </a:r>
            <a:endParaRPr lang="en-B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Codevertaling tussen versies</a:t>
            </a:r>
            <a:br>
              <a:rPr lang="en-BE" b="1"/>
            </a:br>
            <a:r>
              <a:rPr lang="nl-NL"/>
              <a:t>Een </a:t>
            </a:r>
            <a:r>
              <a:rPr lang="nl-NL" err="1"/>
              <a:t>transpiler</a:t>
            </a:r>
            <a:r>
              <a:rPr lang="nl-NL"/>
              <a:t> zet code van de nieuwste taalversies om naar oudere, behoudt functionaliteit en compatibiliteit.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Compatibiliteit waarborgen</a:t>
            </a:r>
            <a:br>
              <a:rPr lang="en-BE"/>
            </a:br>
            <a:r>
              <a:rPr lang="nl-NL" err="1"/>
              <a:t>Transpilers</a:t>
            </a:r>
            <a:r>
              <a:rPr lang="nl-NL"/>
              <a:t> zorgen dat nieuwe programmeerfuncties werken op oudere systemen zonder fouten.</a:t>
            </a:r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65694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B8341-F70D-2C53-DD7E-133C44B1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8CA2-5FD4-BE03-C47D-B064C753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Transpilers: </a:t>
            </a:r>
            <a:r>
              <a:rPr lang="fr-BE" err="1"/>
              <a:t>broncode</a:t>
            </a:r>
            <a:r>
              <a:rPr lang="fr-BE"/>
              <a:t> </a:t>
            </a:r>
            <a:r>
              <a:rPr lang="fr-BE" err="1"/>
              <a:t>moderniseren</a:t>
            </a:r>
            <a:r>
              <a:rPr lang="fr-BE"/>
              <a:t> en </a:t>
            </a:r>
            <a:r>
              <a:rPr lang="fr-BE" err="1"/>
              <a:t>compatibel</a:t>
            </a:r>
            <a:r>
              <a:rPr lang="fr-BE"/>
              <a:t> </a:t>
            </a:r>
            <a:r>
              <a:rPr lang="fr-BE" err="1"/>
              <a:t>maken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B0A8D-0037-DACD-8CFB-6AC63E6422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E" b="1" err="1"/>
              <a:t>Veelgebruikte</a:t>
            </a:r>
            <a:r>
              <a:rPr lang="en-BE" b="1"/>
              <a:t> </a:t>
            </a:r>
            <a:r>
              <a:rPr lang="en-BE" b="1" err="1"/>
              <a:t>transpilers</a:t>
            </a:r>
            <a:r>
              <a:rPr lang="en-BE" b="1"/>
              <a:t>: Babel, 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b="1"/>
              <a:t>Babel transpiler</a:t>
            </a:r>
            <a:br>
              <a:rPr lang="en-BE"/>
            </a:br>
            <a:r>
              <a:rPr lang="fr-BE"/>
              <a:t>Babel </a:t>
            </a:r>
            <a:r>
              <a:rPr lang="fr-BE" err="1"/>
              <a:t>zet</a:t>
            </a:r>
            <a:r>
              <a:rPr lang="fr-BE"/>
              <a:t> moderne JavaScript om </a:t>
            </a:r>
            <a:r>
              <a:rPr lang="fr-BE" err="1"/>
              <a:t>naar</a:t>
            </a:r>
            <a:r>
              <a:rPr lang="fr-BE"/>
              <a:t> </a:t>
            </a:r>
            <a:r>
              <a:rPr lang="fr-BE" err="1"/>
              <a:t>versies</a:t>
            </a:r>
            <a:r>
              <a:rPr lang="fr-BE"/>
              <a:t> die </a:t>
            </a:r>
            <a:r>
              <a:rPr lang="fr-BE" err="1"/>
              <a:t>compatibel</a:t>
            </a:r>
            <a:r>
              <a:rPr lang="fr-BE"/>
              <a:t> </a:t>
            </a:r>
            <a:r>
              <a:rPr lang="fr-BE" err="1"/>
              <a:t>zijn</a:t>
            </a:r>
            <a:r>
              <a:rPr lang="fr-BE"/>
              <a:t> met </a:t>
            </a:r>
            <a:r>
              <a:rPr lang="fr-BE" err="1"/>
              <a:t>oudere</a:t>
            </a:r>
            <a:r>
              <a:rPr lang="fr-BE"/>
              <a:t> browsers en </a:t>
            </a:r>
            <a:r>
              <a:rPr lang="fr-BE" err="1"/>
              <a:t>omgevingen</a:t>
            </a:r>
            <a:r>
              <a:rPr lang="fr-BE"/>
              <a:t>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b="1" err="1"/>
              <a:t>TypeScript</a:t>
            </a:r>
            <a:r>
              <a:rPr lang="fr-BE" b="1"/>
              <a:t> </a:t>
            </a:r>
            <a:r>
              <a:rPr lang="fr-BE" b="1" err="1"/>
              <a:t>functies</a:t>
            </a:r>
            <a:br>
              <a:rPr lang="en-BE"/>
            </a:br>
            <a:r>
              <a:rPr lang="fr-BE" err="1"/>
              <a:t>TypeScript</a:t>
            </a:r>
            <a:r>
              <a:rPr lang="fr-BE"/>
              <a:t> </a:t>
            </a:r>
            <a:r>
              <a:rPr lang="fr-BE" err="1"/>
              <a:t>voegt</a:t>
            </a:r>
            <a:r>
              <a:rPr lang="fr-BE"/>
              <a:t> type-checking en extra </a:t>
            </a:r>
            <a:r>
              <a:rPr lang="fr-BE" err="1"/>
              <a:t>functies</a:t>
            </a:r>
            <a:r>
              <a:rPr lang="fr-BE"/>
              <a:t> </a:t>
            </a:r>
            <a:r>
              <a:rPr lang="fr-BE" err="1"/>
              <a:t>toe</a:t>
            </a:r>
            <a:r>
              <a:rPr lang="fr-BE"/>
              <a:t> </a:t>
            </a:r>
            <a:r>
              <a:rPr lang="fr-BE" err="1"/>
              <a:t>bovenop</a:t>
            </a:r>
            <a:r>
              <a:rPr lang="fr-BE"/>
              <a:t> JavaScript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betere</a:t>
            </a:r>
            <a:r>
              <a:rPr lang="fr-BE"/>
              <a:t> </a:t>
            </a:r>
            <a:r>
              <a:rPr lang="fr-BE" err="1"/>
              <a:t>codekwaliteit</a:t>
            </a:r>
            <a:r>
              <a:rPr lang="fr-BE"/>
              <a:t>.</a:t>
            </a:r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15498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153D-B7B1-DCDD-D340-31397E61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2DB4-774B-914C-049C-C9BF1AF1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3464" indent="-283464"/>
            <a:r>
              <a:rPr lang="fr-BE"/>
              <a:t>Transpilers: </a:t>
            </a:r>
            <a:r>
              <a:rPr lang="fr-BE" err="1"/>
              <a:t>broncode</a:t>
            </a:r>
            <a:r>
              <a:rPr lang="fr-BE"/>
              <a:t> </a:t>
            </a:r>
            <a:r>
              <a:rPr lang="fr-BE" err="1"/>
              <a:t>moderniseren</a:t>
            </a:r>
            <a:r>
              <a:rPr lang="fr-BE"/>
              <a:t> en </a:t>
            </a:r>
            <a:r>
              <a:rPr lang="fr-BE" err="1"/>
              <a:t>compatibel</a:t>
            </a:r>
            <a:r>
              <a:rPr lang="fr-BE"/>
              <a:t> </a:t>
            </a:r>
            <a:r>
              <a:rPr lang="fr-BE" err="1"/>
              <a:t>maken</a:t>
            </a:r>
            <a:endParaRPr lang="en-BE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AA842-E143-1C93-FE39-023B17F2D2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sz="1400" b="1">
                <a:solidFill>
                  <a:srgbClr val="000000"/>
                </a:solidFill>
                <a:latin typeface="Poppins" panose="00000500000000000000" pitchFamily="2" charset="0"/>
              </a:rPr>
              <a:t>Hands-on </a:t>
            </a:r>
            <a:r>
              <a:rPr lang="en-BE" sz="1400" b="1">
                <a:solidFill>
                  <a:srgbClr val="000000"/>
                </a:solidFill>
                <a:latin typeface="Poppins" panose="00000500000000000000" pitchFamily="2" charset="0"/>
              </a:rPr>
              <a:t>Typescript/Babel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Bouw verder op je vorige oefening (Hands-on met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esbuild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).</a:t>
            </a:r>
            <a:endParaRPr lang="en-BE" sz="140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Breid je project uit zodat je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TypeScript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 gebruikt in plaats van gewone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JavaScript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.</a:t>
            </a:r>
            <a:endParaRPr lang="en-BE" sz="140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Integreer daarbij Babel om extra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transpilatiestappen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 mogelijk te maken (bv. ondersteuning voor oudere browsers).</a:t>
            </a:r>
            <a:endParaRPr lang="en-BE" sz="140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Zorg ervoor dat je bestaande functionaliteit behouden blijft, inclusief de afbeelding die via het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esbuild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 content type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dataurl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 is toegevoegd.</a:t>
            </a:r>
            <a:endParaRPr lang="en-BE" sz="140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Onderzoek hoe de combinatie van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TypeScript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, Babel en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esbuild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 samenwerkt in de </a:t>
            </a:r>
            <a:r>
              <a:rPr lang="nl-NL" sz="1400" err="1">
                <a:solidFill>
                  <a:srgbClr val="000000"/>
                </a:solidFill>
                <a:latin typeface="Poppins" panose="00000500000000000000" pitchFamily="2" charset="0"/>
              </a:rPr>
              <a:t>build</a:t>
            </a:r>
            <a:r>
              <a:rPr lang="nl-NL" sz="1400">
                <a:solidFill>
                  <a:srgbClr val="000000"/>
                </a:solidFill>
                <a:latin typeface="Poppins" panose="00000500000000000000" pitchFamily="2" charset="0"/>
              </a:rPr>
              <a:t> pipeline en bespreek dit kort.</a:t>
            </a:r>
            <a:endParaRPr lang="en-BE" sz="140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140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r>
              <a:rPr lang="en-BE" sz="1400" err="1">
                <a:solidFill>
                  <a:srgbClr val="000000"/>
                </a:solidFill>
                <a:latin typeface="Poppins" panose="00000500000000000000" pitchFamily="2" charset="0"/>
              </a:rPr>
              <a:t>Oplossing</a:t>
            </a:r>
            <a:r>
              <a:rPr lang="en-BE" sz="1400">
                <a:solidFill>
                  <a:srgbClr val="000000"/>
                </a:solidFill>
                <a:latin typeface="Poppins" panose="00000500000000000000" pitchFamily="2" charset="0"/>
              </a:rPr>
              <a:t>: </a:t>
            </a:r>
            <a:r>
              <a:rPr lang="fr-BE" sz="1400" err="1">
                <a:hlinkClick r:id="rId3"/>
              </a:rPr>
              <a:t>hans-naert</a:t>
            </a:r>
            <a:r>
              <a:rPr lang="fr-BE" sz="1400">
                <a:hlinkClick r:id="rId3"/>
              </a:rPr>
              <a:t>/Modern-Frontend-</a:t>
            </a:r>
            <a:r>
              <a:rPr lang="fr-BE" sz="1400" err="1">
                <a:hlinkClick r:id="rId3"/>
              </a:rPr>
              <a:t>Build</a:t>
            </a:r>
            <a:r>
              <a:rPr lang="fr-BE" sz="1400">
                <a:hlinkClick r:id="rId3"/>
              </a:rPr>
              <a:t>-Pipeline at </a:t>
            </a:r>
            <a:r>
              <a:rPr lang="fr-BE" sz="1400" err="1">
                <a:hlinkClick r:id="rId3"/>
              </a:rPr>
              <a:t>typescript-babel</a:t>
            </a:r>
            <a:endParaRPr lang="en-BE" sz="1400">
              <a:solidFill>
                <a:srgbClr val="00000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05263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8CD5FD-F4D7-5A74-216F-595E9AE1B2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Dev server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snelle</a:t>
            </a:r>
            <a:r>
              <a:rPr lang="fr-BE"/>
              <a:t> </a:t>
            </a:r>
            <a:r>
              <a:rPr lang="fr-BE" err="1"/>
              <a:t>iteratie</a:t>
            </a:r>
            <a:r>
              <a:rPr lang="fr-BE"/>
              <a:t> en </a:t>
            </a:r>
            <a:r>
              <a:rPr lang="fr-BE" err="1"/>
              <a:t>testen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0559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F42C-F79B-8A2F-25B9-C1444881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Dev server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snelle</a:t>
            </a:r>
            <a:r>
              <a:rPr lang="fr-BE"/>
              <a:t> </a:t>
            </a:r>
            <a:r>
              <a:rPr lang="fr-BE" err="1"/>
              <a:t>iteratie</a:t>
            </a:r>
            <a:r>
              <a:rPr lang="fr-BE"/>
              <a:t> en </a:t>
            </a:r>
            <a:r>
              <a:rPr lang="fr-BE" err="1"/>
              <a:t>testen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AFA25-D5C7-BC71-7C8F-C14A2657A0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b="1"/>
              <a:t>Waarom een </a:t>
            </a:r>
            <a:r>
              <a:rPr lang="nl-NL" b="1" err="1"/>
              <a:t>dev</a:t>
            </a:r>
            <a:r>
              <a:rPr lang="nl-NL" b="1"/>
              <a:t> server gebruiken?</a:t>
            </a:r>
            <a:endParaRPr lang="en-B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Verminderde wachttijd</a:t>
            </a:r>
            <a:br>
              <a:rPr lang="en-BE"/>
            </a:br>
            <a:r>
              <a:rPr lang="nl-NL"/>
              <a:t>Een </a:t>
            </a:r>
            <a:r>
              <a:rPr lang="nl-NL" err="1"/>
              <a:t>dev</a:t>
            </a:r>
            <a:r>
              <a:rPr lang="nl-NL"/>
              <a:t> server vermindert de tijd tussen codewijzigingen en resultaatweergave drastisch voor snellere ontwikkeling.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Hogere productiviteit</a:t>
            </a:r>
            <a:br>
              <a:rPr lang="en-BE"/>
            </a:br>
            <a:r>
              <a:rPr lang="nl-NL"/>
              <a:t>Snelle feedback van een </a:t>
            </a:r>
            <a:r>
              <a:rPr lang="nl-NL" err="1"/>
              <a:t>dev</a:t>
            </a:r>
            <a:r>
              <a:rPr lang="nl-NL"/>
              <a:t> server verhoogt de efficiëntie en productiviteit van ontwikkelaars.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Snelle foutopsporing</a:t>
            </a:r>
            <a:br>
              <a:rPr lang="en-BE"/>
            </a:br>
            <a:r>
              <a:rPr lang="nl-NL"/>
              <a:t>Ontwikkelaars kunnen bugs snel opsporen en oplossen dankzij directe resultaten via de </a:t>
            </a:r>
            <a:r>
              <a:rPr lang="nl-NL" err="1"/>
              <a:t>dev</a:t>
            </a:r>
            <a:r>
              <a:rPr lang="nl-NL"/>
              <a:t> server.</a:t>
            </a:r>
          </a:p>
        </p:txBody>
      </p:sp>
    </p:spTree>
    <p:extLst>
      <p:ext uri="{BB962C8B-B14F-4D97-AF65-F5344CB8AC3E}">
        <p14:creationId xmlns:p14="http://schemas.microsoft.com/office/powerpoint/2010/main" val="203823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FE79-31BF-24A7-7D5F-847DB8AF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B434-24C6-DF9D-7A8B-D246926E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1000"/>
            <a:ext cx="9829800" cy="762000"/>
          </a:xfrm>
        </p:spPr>
        <p:txBody>
          <a:bodyPr/>
          <a:lstStyle/>
          <a:p>
            <a:r>
              <a:rPr lang="fr-BE"/>
              <a:t>Dev server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snelle</a:t>
            </a:r>
            <a:r>
              <a:rPr lang="fr-BE"/>
              <a:t> </a:t>
            </a:r>
            <a:r>
              <a:rPr lang="fr-BE" err="1"/>
              <a:t>iteratie</a:t>
            </a:r>
            <a:r>
              <a:rPr lang="fr-BE"/>
              <a:t> en </a:t>
            </a:r>
            <a:r>
              <a:rPr lang="fr-BE" err="1"/>
              <a:t>testen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C373-CC02-8429-F7A4-10E57C8F59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9600955" cy="4114800"/>
          </a:xfrm>
        </p:spPr>
        <p:txBody>
          <a:bodyPr/>
          <a:lstStyle/>
          <a:p>
            <a:r>
              <a:rPr lang="en-US" b="1"/>
              <a:t>Live reload </a:t>
            </a:r>
            <a:r>
              <a:rPr lang="en-US" b="1" err="1"/>
              <a:t>en</a:t>
            </a:r>
            <a:r>
              <a:rPr lang="en-US" b="1"/>
              <a:t> hot module replacement</a:t>
            </a:r>
            <a:endParaRPr lang="en-B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Automatische </a:t>
            </a:r>
            <a:r>
              <a:rPr lang="nl-NL" b="1" err="1"/>
              <a:t>paginaherlaad</a:t>
            </a:r>
            <a:br>
              <a:rPr lang="en-BE"/>
            </a:br>
            <a:r>
              <a:rPr lang="nl-NL"/>
              <a:t>Live </a:t>
            </a:r>
            <a:r>
              <a:rPr lang="nl-NL" err="1"/>
              <a:t>reload</a:t>
            </a:r>
            <a:r>
              <a:rPr lang="nl-NL"/>
              <a:t> zorgt dat de pagina automatisch wordt vernieuwd bij elke codeverandering voor snelle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Module-updates zonder </a:t>
            </a:r>
            <a:r>
              <a:rPr lang="nl-NL" b="1" err="1"/>
              <a:t>reload</a:t>
            </a:r>
            <a:br>
              <a:rPr lang="en-BE"/>
            </a:br>
            <a:r>
              <a:rPr lang="nl-NL"/>
              <a:t>Hot module </a:t>
            </a:r>
            <a:r>
              <a:rPr lang="nl-NL" err="1"/>
              <a:t>replacement</a:t>
            </a:r>
            <a:r>
              <a:rPr lang="nl-NL"/>
              <a:t> werkt alleen gewijzigde modules bij zonder de hele pagina te herladen.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Verhoogde ontwikkelingssnelheid</a:t>
            </a:r>
            <a:br>
              <a:rPr lang="en-BE"/>
            </a:br>
            <a:r>
              <a:rPr lang="nl-NL"/>
              <a:t>Deze technieken versnellen de </a:t>
            </a:r>
            <a:r>
              <a:rPr lang="nl-NL" err="1"/>
              <a:t>ontwikkelingsworkflow</a:t>
            </a:r>
            <a:r>
              <a:rPr lang="nl-NL"/>
              <a:t> en maken het proces intuïtiever voor ontwikkelaars.</a:t>
            </a:r>
          </a:p>
        </p:txBody>
      </p:sp>
    </p:spTree>
    <p:extLst>
      <p:ext uri="{BB962C8B-B14F-4D97-AF65-F5344CB8AC3E}">
        <p14:creationId xmlns:p14="http://schemas.microsoft.com/office/powerpoint/2010/main" val="660968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AB94-FD5C-6A5C-8A2A-5E238A8C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F806-017A-29CE-2861-2B1D981F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Dev server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snelle</a:t>
            </a:r>
            <a:r>
              <a:rPr lang="fr-BE"/>
              <a:t> </a:t>
            </a:r>
            <a:r>
              <a:rPr lang="fr-BE" err="1"/>
              <a:t>iteratie</a:t>
            </a:r>
            <a:r>
              <a:rPr lang="fr-BE"/>
              <a:t> en </a:t>
            </a:r>
            <a:r>
              <a:rPr lang="fr-BE" err="1"/>
              <a:t>testen</a:t>
            </a:r>
            <a:endParaRPr lang="nl-N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742CAD-1303-0FEA-BB81-5D92542231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V</a:t>
            </a:r>
            <a:r>
              <a:rPr lang="en-BE" b="1" err="1"/>
              <a:t>ergelijking</a:t>
            </a:r>
            <a:r>
              <a:rPr lang="en-BE" b="1"/>
              <a:t> </a:t>
            </a:r>
            <a:r>
              <a:rPr lang="en-BE" b="1" err="1"/>
              <a:t>tussen</a:t>
            </a:r>
            <a:r>
              <a:rPr lang="en-BE" b="1"/>
              <a:t> Dev server met </a:t>
            </a:r>
            <a:r>
              <a:rPr lang="en-BE" b="1" err="1"/>
              <a:t>esbuild</a:t>
            </a:r>
            <a:r>
              <a:rPr lang="en-BE" b="1"/>
              <a:t> </a:t>
            </a:r>
            <a:r>
              <a:rPr lang="en-BE" b="1" err="1"/>
              <a:t>en</a:t>
            </a:r>
            <a:r>
              <a:rPr lang="en-BE" b="1"/>
              <a:t> Vite</a:t>
            </a:r>
            <a:endParaRPr lang="nl-NL" b="1"/>
          </a:p>
          <a:p>
            <a:endParaRPr lang="en-B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6239C3-DEE9-477D-2BD8-4EF30B5A1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31918"/>
              </p:ext>
            </p:extLst>
          </p:nvPr>
        </p:nvGraphicFramePr>
        <p:xfrm>
          <a:off x="1883296" y="1996440"/>
          <a:ext cx="9600954" cy="3017520"/>
        </p:xfrm>
        <a:graphic>
          <a:graphicData uri="http://schemas.openxmlformats.org/drawingml/2006/table">
            <a:tbl>
              <a:tblPr/>
              <a:tblGrid>
                <a:gridCol w="3200318">
                  <a:extLst>
                    <a:ext uri="{9D8B030D-6E8A-4147-A177-3AD203B41FA5}">
                      <a16:colId xmlns:a16="http://schemas.microsoft.com/office/drawing/2014/main" val="2453004463"/>
                    </a:ext>
                  </a:extLst>
                </a:gridCol>
                <a:gridCol w="3200318">
                  <a:extLst>
                    <a:ext uri="{9D8B030D-6E8A-4147-A177-3AD203B41FA5}">
                      <a16:colId xmlns:a16="http://schemas.microsoft.com/office/drawing/2014/main" val="2411896958"/>
                    </a:ext>
                  </a:extLst>
                </a:gridCol>
                <a:gridCol w="3200318">
                  <a:extLst>
                    <a:ext uri="{9D8B030D-6E8A-4147-A177-3AD203B41FA5}">
                      <a16:colId xmlns:a16="http://schemas.microsoft.com/office/drawing/2014/main" val="34571578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err="1"/>
                        <a:t>Feature</a:t>
                      </a:r>
                      <a:endParaRPr lang="fr-B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esbuild serve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Vite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66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err="1"/>
                        <a:t>Simpele</a:t>
                      </a:r>
                      <a:r>
                        <a:rPr lang="fr-BE"/>
                        <a:t> </a:t>
                      </a:r>
                      <a:r>
                        <a:rPr lang="fr-BE" err="1"/>
                        <a:t>static</a:t>
                      </a:r>
                      <a:r>
                        <a:rPr lang="fr-BE"/>
                        <a:t>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019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Bundling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/>
                        <a:t>✅ (</a:t>
                      </a:r>
                      <a:r>
                        <a:rPr lang="fr-BE"/>
                        <a:t>met Rollup voor productie)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607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HMR (auto refresh zonder hele reload)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63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Ecosysteem &amp; plugins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beperkt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/>
                        <a:t>groot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666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BE" err="1"/>
                        <a:t>Aanbevolen</a:t>
                      </a:r>
                      <a:r>
                        <a:rPr lang="fr-BE"/>
                        <a:t> </a:t>
                      </a:r>
                      <a:r>
                        <a:rPr lang="fr-BE" err="1"/>
                        <a:t>voor</a:t>
                      </a:r>
                      <a:r>
                        <a:rPr lang="fr-BE"/>
                        <a:t> </a:t>
                      </a:r>
                      <a:r>
                        <a:rPr lang="fr-BE" err="1"/>
                        <a:t>echte</a:t>
                      </a:r>
                      <a:r>
                        <a:rPr lang="fr-BE"/>
                        <a:t> </a:t>
                      </a:r>
                      <a:r>
                        <a:rPr lang="fr-BE" err="1"/>
                        <a:t>projecten</a:t>
                      </a:r>
                      <a:endParaRPr lang="fr-B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/>
                        <a:t>🔸 </a:t>
                      </a:r>
                      <a:r>
                        <a:rPr lang="fr-BE"/>
                        <a:t>kleine demo’s/prototypes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/>
                        <a:t>✅ </a:t>
                      </a:r>
                      <a:r>
                        <a:rPr lang="fr-BE" err="1"/>
                        <a:t>ja</a:t>
                      </a:r>
                      <a:endParaRPr lang="fr-B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571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8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E740-D045-27A4-961C-DA432993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11FE6-8484-A543-1320-6058BC702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1000"/>
            <a:ext cx="9829800" cy="762000"/>
          </a:xfrm>
        </p:spPr>
        <p:txBody>
          <a:bodyPr/>
          <a:lstStyle/>
          <a:p>
            <a:r>
              <a:rPr lang="fr-BE"/>
              <a:t>Dev server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snelle</a:t>
            </a:r>
            <a:r>
              <a:rPr lang="fr-BE"/>
              <a:t> </a:t>
            </a:r>
            <a:r>
              <a:rPr lang="fr-BE" err="1"/>
              <a:t>iteratie</a:t>
            </a:r>
            <a:r>
              <a:rPr lang="fr-BE"/>
              <a:t> en </a:t>
            </a:r>
            <a:r>
              <a:rPr lang="fr-BE" err="1"/>
              <a:t>testen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30E5F-73C8-775E-477B-8AF5E5CDCB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9600955" cy="4114800"/>
          </a:xfrm>
        </p:spPr>
        <p:txBody>
          <a:bodyPr/>
          <a:lstStyle/>
          <a:p>
            <a:r>
              <a:rPr lang="en-BE" b="1"/>
              <a:t>Hands-on Vite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/>
              <a:t>Maak </a:t>
            </a:r>
            <a:r>
              <a:rPr lang="en-BE" err="1"/>
              <a:t>een</a:t>
            </a:r>
            <a:r>
              <a:rPr lang="en-BE"/>
              <a:t> Vite project </a:t>
            </a:r>
            <a:r>
              <a:rPr lang="en-BE" err="1"/>
              <a:t>aan</a:t>
            </a:r>
            <a:r>
              <a:rPr lang="en-BE"/>
              <a:t> met </a:t>
            </a:r>
            <a:r>
              <a:rPr lang="en-BE" err="1"/>
              <a:t>als</a:t>
            </a:r>
            <a:r>
              <a:rPr lang="en-BE"/>
              <a:t> template “vanilla-</a:t>
            </a:r>
            <a:r>
              <a:rPr lang="en-BE" err="1"/>
              <a:t>ts</a:t>
            </a:r>
            <a:r>
              <a:rPr lang="en-BE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/>
              <a:t>Start de dev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/>
              <a:t>Maak </a:t>
            </a:r>
            <a:r>
              <a:rPr lang="en-BE" err="1"/>
              <a:t>een</a:t>
            </a:r>
            <a:r>
              <a:rPr lang="en-BE"/>
              <a:t> typescript </a:t>
            </a:r>
            <a:r>
              <a:rPr lang="en-BE" err="1"/>
              <a:t>functie</a:t>
            </a:r>
            <a:r>
              <a:rPr lang="en-BE"/>
              <a:t> “greet” </a:t>
            </a:r>
            <a:r>
              <a:rPr lang="en-BE" err="1"/>
              <a:t>aan</a:t>
            </a:r>
            <a:r>
              <a:rPr lang="en-BE"/>
              <a:t> </a:t>
            </a:r>
            <a:r>
              <a:rPr lang="en-BE" err="1"/>
              <a:t>en</a:t>
            </a:r>
            <a:r>
              <a:rPr lang="en-BE"/>
              <a:t> </a:t>
            </a:r>
            <a:r>
              <a:rPr lang="en-BE" err="1"/>
              <a:t>voeg</a:t>
            </a:r>
            <a:r>
              <a:rPr lang="en-BE"/>
              <a:t> de </a:t>
            </a:r>
            <a:r>
              <a:rPr lang="en-BE" err="1"/>
              <a:t>respons</a:t>
            </a:r>
            <a:r>
              <a:rPr lang="en-BE"/>
              <a:t> toe </a:t>
            </a:r>
            <a:r>
              <a:rPr lang="en-BE" err="1"/>
              <a:t>aan</a:t>
            </a:r>
            <a:r>
              <a:rPr lang="en-BE"/>
              <a:t> het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err="1"/>
              <a:t>Voeg</a:t>
            </a:r>
            <a:r>
              <a:rPr lang="en-BE"/>
              <a:t> </a:t>
            </a:r>
            <a:r>
              <a:rPr lang="en-BE" err="1"/>
              <a:t>een</a:t>
            </a:r>
            <a:r>
              <a:rPr lang="en-BE"/>
              <a:t> </a:t>
            </a:r>
            <a:r>
              <a:rPr lang="en-BE" err="1"/>
              <a:t>afbeelding</a:t>
            </a:r>
            <a:r>
              <a:rPr lang="en-BE"/>
              <a:t> toe.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Stel </a:t>
            </a:r>
            <a:r>
              <a:rPr lang="nl-NL" err="1"/>
              <a:t>Vite</a:t>
            </a:r>
            <a:r>
              <a:rPr lang="nl-NL"/>
              <a:t> zo in dat de afbeelding wordt gebundeld met een DATAURL-</a:t>
            </a:r>
            <a:r>
              <a:rPr lang="nl-NL" err="1"/>
              <a:t>loader</a:t>
            </a:r>
            <a:r>
              <a:rPr lang="en-BE"/>
              <a:t>.</a:t>
            </a:r>
          </a:p>
          <a:p>
            <a:endParaRPr lang="en-BE"/>
          </a:p>
          <a:p>
            <a:r>
              <a:rPr lang="en-BE" err="1"/>
              <a:t>Oplossing</a:t>
            </a:r>
            <a:r>
              <a:rPr lang="en-BE"/>
              <a:t>: </a:t>
            </a:r>
            <a:r>
              <a:rPr lang="fr-BE" err="1">
                <a:hlinkClick r:id="rId3"/>
              </a:rPr>
              <a:t>hans-naert</a:t>
            </a:r>
            <a:r>
              <a:rPr lang="fr-BE">
                <a:hlinkClick r:id="rId3"/>
              </a:rPr>
              <a:t>/Modern-Frontend-</a:t>
            </a:r>
            <a:r>
              <a:rPr lang="fr-BE" err="1">
                <a:hlinkClick r:id="rId3"/>
              </a:rPr>
              <a:t>Build</a:t>
            </a:r>
            <a:r>
              <a:rPr lang="fr-BE">
                <a:hlinkClick r:id="rId3"/>
              </a:rPr>
              <a:t>-Pipeline at vite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58565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DAD74D-369B-24B9-5361-053F842AE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err="1"/>
              <a:t>Optimalisatie</a:t>
            </a:r>
            <a:r>
              <a:rPr lang="fr-BE"/>
              <a:t>: </a:t>
            </a:r>
            <a:r>
              <a:rPr lang="fr-BE" err="1"/>
              <a:t>Workbox</a:t>
            </a:r>
            <a:r>
              <a:rPr lang="fr-BE"/>
              <a:t> en Progressive Web Apps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18841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C08B2-C632-F5E7-3CC8-AE344A89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A5C24-E6A0-A967-C355-E4662230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/>
              <a:t>Optimalisatie</a:t>
            </a:r>
            <a:r>
              <a:rPr lang="fr-BE"/>
              <a:t>: </a:t>
            </a:r>
            <a:r>
              <a:rPr lang="fr-BE" err="1"/>
              <a:t>Workbox</a:t>
            </a:r>
            <a:r>
              <a:rPr lang="fr-BE"/>
              <a:t> en Progressive Web Apps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E1578-9E52-724A-82C2-0BAB041B5E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BE" b="1"/>
              <a:t>Service </a:t>
            </a:r>
            <a:r>
              <a:rPr lang="fr-BE" b="1" err="1"/>
              <a:t>workers</a:t>
            </a:r>
            <a:r>
              <a:rPr lang="fr-BE" b="1"/>
              <a:t> en </a:t>
            </a:r>
            <a:r>
              <a:rPr lang="fr-BE" b="1" err="1"/>
              <a:t>caching</a:t>
            </a:r>
            <a:endParaRPr lang="en-B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Achtergrondwerkersfunctie</a:t>
            </a:r>
            <a:br>
              <a:rPr lang="en-BE"/>
            </a:br>
            <a:r>
              <a:rPr lang="nl-NL"/>
              <a:t>Service </a:t>
            </a:r>
            <a:r>
              <a:rPr lang="nl-NL" err="1"/>
              <a:t>workers</a:t>
            </a:r>
            <a:r>
              <a:rPr lang="nl-NL"/>
              <a:t> opereren op de achtergrond en beheren netwerkverzoeken onafhankelijk van de hoofdthread.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 err="1"/>
              <a:t>Contentcaching</a:t>
            </a:r>
            <a:r>
              <a:rPr lang="nl-NL" b="1"/>
              <a:t> voor snelheid</a:t>
            </a:r>
            <a:br>
              <a:rPr lang="en-BE"/>
            </a:br>
            <a:r>
              <a:rPr lang="nl-NL" err="1"/>
              <a:t>Cached</a:t>
            </a:r>
            <a:r>
              <a:rPr lang="nl-NL"/>
              <a:t> content zorgt voor snelle toegang tot data en verbetert de laadtijden van de applicatie.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Offline beschikbaarheid</a:t>
            </a:r>
            <a:br>
              <a:rPr lang="en-BE"/>
            </a:br>
            <a:r>
              <a:rPr lang="nl-NL" err="1"/>
              <a:t>Caching</a:t>
            </a:r>
            <a:r>
              <a:rPr lang="nl-NL"/>
              <a:t> maakt offline gebruik van de app mogelijk, wat de betrouwbaarheid versterkt.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2990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5AF7-979A-7585-B5D7-0D60B159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/>
              <a:t>Optimalisatie</a:t>
            </a:r>
            <a:r>
              <a:rPr lang="fr-BE"/>
              <a:t>: </a:t>
            </a:r>
            <a:r>
              <a:rPr lang="fr-BE" err="1"/>
              <a:t>Workbox</a:t>
            </a:r>
            <a:r>
              <a:rPr lang="fr-BE"/>
              <a:t> en Progressive Web Apps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CE55D-7D90-4840-EF08-5658C85F5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BE" b="1" err="1"/>
              <a:t>Introductie</a:t>
            </a:r>
            <a:r>
              <a:rPr lang="fr-BE" b="1"/>
              <a:t> </a:t>
            </a:r>
            <a:r>
              <a:rPr lang="fr-BE" b="1" err="1"/>
              <a:t>tot</a:t>
            </a:r>
            <a:r>
              <a:rPr lang="fr-BE" b="1"/>
              <a:t> </a:t>
            </a:r>
            <a:r>
              <a:rPr lang="fr-BE" b="1" err="1"/>
              <a:t>Workbox</a:t>
            </a:r>
            <a:endParaRPr lang="en-B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b="1" err="1"/>
              <a:t>Eenvoudige</a:t>
            </a:r>
            <a:r>
              <a:rPr lang="fr-BE" b="1"/>
              <a:t> service </a:t>
            </a:r>
            <a:r>
              <a:rPr lang="fr-BE" b="1" err="1"/>
              <a:t>worker</a:t>
            </a:r>
            <a:r>
              <a:rPr lang="fr-BE" b="1"/>
              <a:t> </a:t>
            </a:r>
            <a:r>
              <a:rPr lang="fr-BE" b="1" err="1"/>
              <a:t>configuratie</a:t>
            </a:r>
            <a:br>
              <a:rPr lang="en-BE"/>
            </a:br>
            <a:r>
              <a:rPr lang="nl-NL" err="1"/>
              <a:t>Workbox</a:t>
            </a:r>
            <a:r>
              <a:rPr lang="nl-NL"/>
              <a:t> maakt het eenvoudig om service </a:t>
            </a:r>
            <a:r>
              <a:rPr lang="nl-NL" err="1"/>
              <a:t>workers</a:t>
            </a:r>
            <a:r>
              <a:rPr lang="nl-NL"/>
              <a:t> te configureren zonder complexe code te schrijven.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b="1" err="1"/>
              <a:t>Geautomatiseerde</a:t>
            </a:r>
            <a:r>
              <a:rPr lang="fr-BE" b="1"/>
              <a:t> </a:t>
            </a:r>
            <a:r>
              <a:rPr lang="fr-BE" b="1" err="1"/>
              <a:t>cachingstrategieën</a:t>
            </a:r>
            <a:br>
              <a:rPr lang="en-BE"/>
            </a:br>
            <a:r>
              <a:rPr lang="nl-NL" err="1"/>
              <a:t>Workbox</a:t>
            </a:r>
            <a:r>
              <a:rPr lang="nl-NL"/>
              <a:t> automatiseert </a:t>
            </a:r>
            <a:r>
              <a:rPr lang="nl-NL" err="1"/>
              <a:t>cachingstrategieën</a:t>
            </a:r>
            <a:r>
              <a:rPr lang="nl-NL"/>
              <a:t> voor efficiënte opslag en snelle toegang tot </a:t>
            </a:r>
            <a:r>
              <a:rPr lang="nl-NL" err="1"/>
              <a:t>webinhoud</a:t>
            </a:r>
            <a:r>
              <a:rPr lang="nl-NL"/>
              <a:t>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b="1"/>
              <a:t>Offline </a:t>
            </a:r>
            <a:r>
              <a:rPr lang="en-BE" b="1" err="1"/>
              <a:t>functionaliteiten</a:t>
            </a:r>
            <a:br>
              <a:rPr lang="en-BE"/>
            </a:br>
            <a:r>
              <a:rPr lang="nl-NL" err="1"/>
              <a:t>Workbox</a:t>
            </a:r>
            <a:r>
              <a:rPr lang="nl-NL"/>
              <a:t> ondersteunt offline functionaliteiten zodat applicaties blijven werken zonder internetverbinding.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/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26557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E7CC-4B89-4A26-81D9-8FAD128A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013A-E3A1-B551-C38C-B7CBF87C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Optimalisatie: Workbox en Progressive Web Apps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BE3EA-C8B3-FB95-C319-756805E39C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150000"/>
              </a:lnSpc>
            </a:pPr>
            <a:r>
              <a:rPr lang="fr-BE" b="1" err="1"/>
              <a:t>Generatie</a:t>
            </a:r>
            <a:r>
              <a:rPr lang="fr-BE" b="1"/>
              <a:t> van service </a:t>
            </a:r>
            <a:r>
              <a:rPr lang="fr-BE" b="1" err="1"/>
              <a:t>worker</a:t>
            </a:r>
            <a:r>
              <a:rPr lang="fr-BE" b="1"/>
              <a:t> met </a:t>
            </a:r>
            <a:r>
              <a:rPr lang="fr-BE" b="1" err="1"/>
              <a:t>Workbox</a:t>
            </a:r>
            <a:endParaRPr lang="en-BE" b="1"/>
          </a:p>
          <a:p>
            <a:pPr eaLnBrk="1" hangingPunct="1">
              <a:lnSpc>
                <a:spcPct val="150000"/>
              </a:lnSpc>
            </a:pPr>
            <a:endParaRPr lang="en-BE" b="1"/>
          </a:p>
          <a:p>
            <a:pPr eaLnBrk="1" hangingPunct="1">
              <a:lnSpc>
                <a:spcPct val="150000"/>
              </a:lnSpc>
            </a:pPr>
            <a:r>
              <a:rPr lang="fr-BE" b="1"/>
              <a:t>O</a:t>
            </a:r>
            <a:r>
              <a:rPr lang="en-BE" b="1" err="1"/>
              <a:t>ptie</a:t>
            </a:r>
            <a:r>
              <a:rPr lang="en-BE" b="1"/>
              <a:t> 1: </a:t>
            </a:r>
            <a:r>
              <a:rPr lang="fr-BE" b="1" err="1"/>
              <a:t>generateSW</a:t>
            </a:r>
            <a:endParaRPr lang="en-BE" b="1"/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err="1"/>
              <a:t>Workbox</a:t>
            </a:r>
            <a:r>
              <a:rPr lang="fr-BE"/>
              <a:t> </a:t>
            </a:r>
            <a:r>
              <a:rPr lang="fr-BE" err="1"/>
              <a:t>maakt</a:t>
            </a:r>
            <a:r>
              <a:rPr lang="fr-BE"/>
              <a:t> </a:t>
            </a:r>
            <a:r>
              <a:rPr lang="fr-BE" err="1"/>
              <a:t>volledig</a:t>
            </a:r>
            <a:r>
              <a:rPr lang="fr-BE"/>
              <a:t> </a:t>
            </a:r>
            <a:r>
              <a:rPr lang="fr-BE" err="1"/>
              <a:t>automatisch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service </a:t>
            </a:r>
            <a:r>
              <a:rPr lang="fr-BE" err="1"/>
              <a:t>worker</a:t>
            </a:r>
            <a:r>
              <a:rPr lang="fr-BE"/>
              <a:t>.</a:t>
            </a:r>
            <a:endParaRPr lang="en-BE"/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/>
              <a:t>Alle </a:t>
            </a:r>
            <a:r>
              <a:rPr lang="fr-BE" err="1"/>
              <a:t>logica</a:t>
            </a:r>
            <a:r>
              <a:rPr lang="fr-BE"/>
              <a:t>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precaching</a:t>
            </a:r>
            <a:r>
              <a:rPr lang="fr-BE"/>
              <a:t>, updates en runtime </a:t>
            </a:r>
            <a:r>
              <a:rPr lang="fr-BE" err="1"/>
              <a:t>caching</a:t>
            </a:r>
            <a:r>
              <a:rPr lang="fr-BE"/>
              <a:t> kan via </a:t>
            </a:r>
            <a:r>
              <a:rPr lang="fr-BE" err="1"/>
              <a:t>configuratie</a:t>
            </a:r>
            <a:r>
              <a:rPr lang="fr-BE"/>
              <a:t> </a:t>
            </a:r>
            <a:r>
              <a:rPr lang="fr-BE" err="1"/>
              <a:t>bepaald</a:t>
            </a:r>
            <a:r>
              <a:rPr lang="fr-BE"/>
              <a:t> </a:t>
            </a:r>
            <a:r>
              <a:rPr lang="fr-BE" err="1"/>
              <a:t>worden</a:t>
            </a:r>
            <a:r>
              <a:rPr lang="fr-BE"/>
              <a:t>.</a:t>
            </a:r>
            <a:endParaRPr lang="en-BE"/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err="1"/>
              <a:t>Geschikt</a:t>
            </a:r>
            <a:r>
              <a:rPr lang="fr-BE"/>
              <a:t> </a:t>
            </a:r>
            <a:r>
              <a:rPr lang="fr-BE" err="1"/>
              <a:t>als</a:t>
            </a:r>
            <a:r>
              <a:rPr lang="fr-BE"/>
              <a:t> je </a:t>
            </a:r>
            <a:r>
              <a:rPr lang="fr-BE" err="1"/>
              <a:t>geen</a:t>
            </a:r>
            <a:r>
              <a:rPr lang="fr-BE"/>
              <a:t> </a:t>
            </a:r>
            <a:r>
              <a:rPr lang="fr-BE" err="1"/>
              <a:t>eigen</a:t>
            </a:r>
            <a:r>
              <a:rPr lang="fr-BE"/>
              <a:t> service </a:t>
            </a:r>
            <a:r>
              <a:rPr lang="fr-BE" err="1"/>
              <a:t>worker</a:t>
            </a:r>
            <a:r>
              <a:rPr lang="fr-BE"/>
              <a:t>-code </a:t>
            </a:r>
            <a:r>
              <a:rPr lang="fr-BE" err="1"/>
              <a:t>nodig</a:t>
            </a:r>
            <a:r>
              <a:rPr lang="fr-BE"/>
              <a:t> </a:t>
            </a:r>
            <a:r>
              <a:rPr lang="fr-BE" err="1"/>
              <a:t>hebt</a:t>
            </a:r>
            <a:r>
              <a:rPr lang="fr-BE"/>
              <a:t>.</a:t>
            </a:r>
            <a:endParaRPr lang="en-BE"/>
          </a:p>
          <a:p>
            <a:pPr eaLnBrk="1" hangingPunct="1">
              <a:lnSpc>
                <a:spcPct val="150000"/>
              </a:lnSpc>
            </a:pPr>
            <a:endParaRPr lang="en-BE" b="1"/>
          </a:p>
          <a:p>
            <a:pPr eaLnBrk="1" hangingPunct="1">
              <a:lnSpc>
                <a:spcPct val="150000"/>
              </a:lnSpc>
            </a:pPr>
            <a:r>
              <a:rPr lang="en-BE" b="1" err="1"/>
              <a:t>Optie</a:t>
            </a:r>
            <a:r>
              <a:rPr lang="en-BE" b="1"/>
              <a:t> 2: </a:t>
            </a:r>
            <a:r>
              <a:rPr lang="fr-BE" b="1" err="1"/>
              <a:t>injectManifest</a:t>
            </a:r>
            <a:endParaRPr lang="en-BE"/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/>
              <a:t>Je </a:t>
            </a:r>
            <a:r>
              <a:rPr lang="fr-BE" err="1"/>
              <a:t>schrijft</a:t>
            </a:r>
            <a:r>
              <a:rPr lang="fr-BE"/>
              <a:t> </a:t>
            </a:r>
            <a:r>
              <a:rPr lang="fr-BE" err="1"/>
              <a:t>zelf</a:t>
            </a:r>
            <a:r>
              <a:rPr lang="fr-BE"/>
              <a:t> </a:t>
            </a:r>
            <a:r>
              <a:rPr lang="fr-BE" err="1"/>
              <a:t>een</a:t>
            </a:r>
            <a:r>
              <a:rPr lang="fr-BE"/>
              <a:t> custom service </a:t>
            </a:r>
            <a:r>
              <a:rPr lang="fr-BE" err="1"/>
              <a:t>worker.Workbox</a:t>
            </a:r>
            <a:r>
              <a:rPr lang="fr-BE"/>
              <a:t> </a:t>
            </a:r>
            <a:r>
              <a:rPr lang="fr-BE" err="1"/>
              <a:t>injecteert</a:t>
            </a:r>
            <a:r>
              <a:rPr lang="fr-BE"/>
              <a:t> </a:t>
            </a:r>
            <a:r>
              <a:rPr lang="fr-BE" err="1"/>
              <a:t>enkel</a:t>
            </a:r>
            <a:r>
              <a:rPr lang="fr-BE"/>
              <a:t> de </a:t>
            </a:r>
            <a:r>
              <a:rPr lang="fr-BE" err="1"/>
              <a:t>precaching</a:t>
            </a:r>
            <a:r>
              <a:rPr lang="fr-BE"/>
              <a:t> </a:t>
            </a:r>
            <a:r>
              <a:rPr lang="fr-BE" err="1"/>
              <a:t>manifest</a:t>
            </a:r>
            <a:r>
              <a:rPr lang="fr-BE"/>
              <a:t> (__WB_MANIFEST).</a:t>
            </a:r>
            <a:endParaRPr lang="en-BE"/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/>
              <a:t>Meer </a:t>
            </a:r>
            <a:r>
              <a:rPr lang="fr-BE" err="1"/>
              <a:t>flexibiliteit</a:t>
            </a:r>
            <a:r>
              <a:rPr lang="fr-BE"/>
              <a:t>: je kan </a:t>
            </a:r>
            <a:r>
              <a:rPr lang="fr-BE" err="1"/>
              <a:t>eigen</a:t>
            </a:r>
            <a:r>
              <a:rPr lang="fr-BE"/>
              <a:t> </a:t>
            </a:r>
            <a:r>
              <a:rPr lang="fr-BE" err="1"/>
              <a:t>cachingstrategieën</a:t>
            </a:r>
            <a:r>
              <a:rPr lang="fr-BE"/>
              <a:t>, </a:t>
            </a:r>
            <a:r>
              <a:rPr lang="fr-BE" err="1"/>
              <a:t>event</a:t>
            </a:r>
            <a:r>
              <a:rPr lang="fr-BE"/>
              <a:t> handlers en push-</a:t>
            </a:r>
            <a:r>
              <a:rPr lang="fr-BE" err="1"/>
              <a:t>notificaties</a:t>
            </a:r>
            <a:r>
              <a:rPr lang="fr-BE"/>
              <a:t> </a:t>
            </a:r>
            <a:r>
              <a:rPr lang="fr-BE" err="1"/>
              <a:t>toevoegen</a:t>
            </a:r>
            <a:r>
              <a:rPr lang="fr-BE"/>
              <a:t>.</a:t>
            </a:r>
            <a:endParaRPr lang="en-BE"/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err="1"/>
              <a:t>Handig</a:t>
            </a:r>
            <a:r>
              <a:rPr lang="fr-BE"/>
              <a:t> </a:t>
            </a:r>
            <a:r>
              <a:rPr lang="fr-BE" err="1"/>
              <a:t>bij</a:t>
            </a:r>
            <a:r>
              <a:rPr lang="fr-BE"/>
              <a:t> </a:t>
            </a:r>
            <a:r>
              <a:rPr lang="fr-BE" err="1"/>
              <a:t>complexere</a:t>
            </a:r>
            <a:r>
              <a:rPr lang="fr-BE"/>
              <a:t> </a:t>
            </a:r>
            <a:r>
              <a:rPr lang="fr-BE" err="1"/>
              <a:t>projecten</a:t>
            </a:r>
            <a:r>
              <a:rPr lang="fr-BE"/>
              <a:t> of </a:t>
            </a:r>
            <a:r>
              <a:rPr lang="fr-BE" err="1"/>
              <a:t>wanneer</a:t>
            </a:r>
            <a:r>
              <a:rPr lang="fr-BE"/>
              <a:t> je </a:t>
            </a:r>
            <a:r>
              <a:rPr lang="fr-BE" err="1"/>
              <a:t>volledige</a:t>
            </a:r>
            <a:r>
              <a:rPr lang="fr-BE"/>
              <a:t> </a:t>
            </a:r>
            <a:r>
              <a:rPr lang="fr-BE" err="1"/>
              <a:t>controle</a:t>
            </a:r>
            <a:r>
              <a:rPr lang="fr-BE"/>
              <a:t> </a:t>
            </a:r>
            <a:r>
              <a:rPr lang="fr-BE" err="1"/>
              <a:t>nodig</a:t>
            </a:r>
            <a:r>
              <a:rPr lang="fr-BE"/>
              <a:t> </a:t>
            </a:r>
            <a:r>
              <a:rPr lang="fr-BE" err="1"/>
              <a:t>hebt</a:t>
            </a:r>
            <a:r>
              <a:rPr lang="fr-BE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1888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96C0D-1298-A9AF-F4FB-E4FEFF669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8EDB-2C94-A02B-2923-3873B96B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81000"/>
            <a:ext cx="9829800" cy="762000"/>
          </a:xfrm>
        </p:spPr>
        <p:txBody>
          <a:bodyPr/>
          <a:lstStyle/>
          <a:p>
            <a:r>
              <a:rPr lang="fr-BE" err="1"/>
              <a:t>Optimalisatie</a:t>
            </a:r>
            <a:r>
              <a:rPr lang="fr-BE"/>
              <a:t>: </a:t>
            </a:r>
            <a:r>
              <a:rPr lang="fr-BE" err="1"/>
              <a:t>Workbox</a:t>
            </a:r>
            <a:r>
              <a:rPr lang="fr-BE"/>
              <a:t> en Progressive Web Apps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FE703-F420-DEB4-422F-FFD732A0BD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1447800"/>
            <a:ext cx="9600955" cy="4114800"/>
          </a:xfrm>
        </p:spPr>
        <p:txBody>
          <a:bodyPr/>
          <a:lstStyle/>
          <a:p>
            <a:r>
              <a:rPr lang="nl-NL" b="1"/>
              <a:t>Hands-on </a:t>
            </a:r>
            <a:r>
              <a:rPr lang="nl-NL" b="1" err="1"/>
              <a:t>Workbox</a:t>
            </a:r>
            <a:r>
              <a:rPr lang="en-BE" b="1"/>
              <a:t> &amp; </a:t>
            </a:r>
            <a:r>
              <a:rPr lang="en-BE" b="1" err="1"/>
              <a:t>esbuild</a:t>
            </a:r>
            <a:endParaRPr lang="nl-NL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Maak met behulp van </a:t>
            </a:r>
            <a:r>
              <a:rPr lang="nl-NL" err="1"/>
              <a:t>esbuild</a:t>
            </a:r>
            <a:r>
              <a:rPr lang="nl-NL"/>
              <a:t> en </a:t>
            </a:r>
            <a:r>
              <a:rPr lang="nl-NL" err="1"/>
              <a:t>Workbox</a:t>
            </a:r>
            <a:r>
              <a:rPr lang="nl-NL"/>
              <a:t> een </a:t>
            </a:r>
            <a:r>
              <a:rPr lang="nl-NL" err="1"/>
              <a:t>serviceworker</a:t>
            </a:r>
            <a:r>
              <a:rPr lang="nl-NL"/>
              <a:t> aan via </a:t>
            </a:r>
            <a:r>
              <a:rPr lang="nl-NL" err="1"/>
              <a:t>injectManifest</a:t>
            </a:r>
            <a:r>
              <a:rPr lang="nl-NL"/>
              <a:t>. Voeg een lijst met afbeeldingen toe aan je app en controleer of deze correct worden </a:t>
            </a:r>
            <a:r>
              <a:rPr lang="nl-NL" err="1"/>
              <a:t>geprecached</a:t>
            </a:r>
            <a:r>
              <a:rPr lang="nl-NL"/>
              <a:t>. Voeg vervolgens een </a:t>
            </a:r>
            <a:r>
              <a:rPr lang="nl-NL" err="1"/>
              <a:t>application</a:t>
            </a:r>
            <a:r>
              <a:rPr lang="nl-NL"/>
              <a:t> manifest toe en test of de app </a:t>
            </a:r>
            <a:r>
              <a:rPr lang="nl-NL" err="1"/>
              <a:t>installeerbaar</a:t>
            </a:r>
            <a:r>
              <a:rPr lang="nl-NL"/>
              <a:t> is en offline functioneert.</a:t>
            </a:r>
            <a:br>
              <a:rPr lang="en-BE"/>
            </a:br>
            <a:r>
              <a:rPr lang="en-BE" err="1"/>
              <a:t>Oplossing</a:t>
            </a:r>
            <a:r>
              <a:rPr lang="en-BE"/>
              <a:t>: </a:t>
            </a:r>
            <a:r>
              <a:rPr lang="fr-BE" err="1">
                <a:hlinkClick r:id="rId3"/>
              </a:rPr>
              <a:t>hans-naert</a:t>
            </a:r>
            <a:r>
              <a:rPr lang="fr-BE">
                <a:hlinkClick r:id="rId3"/>
              </a:rPr>
              <a:t>/Modern-Frontend-</a:t>
            </a:r>
            <a:r>
              <a:rPr lang="fr-BE" err="1">
                <a:hlinkClick r:id="rId3"/>
              </a:rPr>
              <a:t>Build</a:t>
            </a:r>
            <a:r>
              <a:rPr lang="fr-BE">
                <a:hlinkClick r:id="rId3"/>
              </a:rPr>
              <a:t>-Pipeline at </a:t>
            </a:r>
            <a:r>
              <a:rPr lang="fr-BE" err="1">
                <a:hlinkClick r:id="rId3"/>
              </a:rPr>
              <a:t>esbuild-workbox</a:t>
            </a:r>
            <a:endParaRPr lang="en-BE"/>
          </a:p>
          <a:p>
            <a:r>
              <a:rPr lang="nl-NL" b="1"/>
              <a:t>Hands-on </a:t>
            </a:r>
            <a:r>
              <a:rPr lang="nl-NL" b="1" err="1"/>
              <a:t>Workbox</a:t>
            </a:r>
            <a:r>
              <a:rPr lang="en-BE" b="1"/>
              <a:t> &amp; VITE</a:t>
            </a:r>
            <a:endParaRPr lang="nl-NL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/>
              <a:t>Gebruik </a:t>
            </a:r>
            <a:r>
              <a:rPr lang="nl-NL" err="1"/>
              <a:t>Vite</a:t>
            </a:r>
            <a:r>
              <a:rPr lang="nl-NL"/>
              <a:t> met de PWA-</a:t>
            </a:r>
            <a:r>
              <a:rPr lang="nl-NL" err="1"/>
              <a:t>plugin</a:t>
            </a:r>
            <a:r>
              <a:rPr lang="nl-NL"/>
              <a:t> om een installeerbare app te creëren die ook offline gebruikt kan worden.</a:t>
            </a:r>
            <a:br>
              <a:rPr lang="en-BE"/>
            </a:br>
            <a:r>
              <a:rPr lang="en-BE" err="1"/>
              <a:t>Oplossing</a:t>
            </a:r>
            <a:r>
              <a:rPr lang="en-BE"/>
              <a:t>: </a:t>
            </a:r>
            <a:r>
              <a:rPr lang="fr-BE" err="1">
                <a:hlinkClick r:id="rId4"/>
              </a:rPr>
              <a:t>hans-naert</a:t>
            </a:r>
            <a:r>
              <a:rPr lang="fr-BE">
                <a:hlinkClick r:id="rId4"/>
              </a:rPr>
              <a:t>/Modern-Frontend-</a:t>
            </a:r>
            <a:r>
              <a:rPr lang="fr-BE" err="1">
                <a:hlinkClick r:id="rId4"/>
              </a:rPr>
              <a:t>Build</a:t>
            </a:r>
            <a:r>
              <a:rPr lang="fr-BE">
                <a:hlinkClick r:id="rId4"/>
              </a:rPr>
              <a:t>-Pipeline at vite-</a:t>
            </a:r>
            <a:r>
              <a:rPr lang="fr-BE" err="1">
                <a:hlinkClick r:id="rId4"/>
              </a:rPr>
              <a:t>workbox</a:t>
            </a:r>
            <a:endParaRPr lang="nl-NL"/>
          </a:p>
          <a:p>
            <a:r>
              <a:rPr lang="nl-NL"/>
              <a:t>​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9101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7B272B-06BE-E05B-A6B7-3C08B4AC1B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Integratie en automatisering met CI/CD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70580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E5C1-28B6-F9CE-BA97-A6F825FC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Integratie en automatisering met CI/CD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939BF-0566-6265-DE2F-9641A514D5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b="1"/>
              <a:t>Wat is CI/CD en waarom is het belangrijk?</a:t>
            </a:r>
            <a:endParaRPr lang="en-B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b="1" err="1"/>
              <a:t>Continuous</a:t>
            </a:r>
            <a:r>
              <a:rPr lang="fr-BE" b="1"/>
              <a:t> </a:t>
            </a:r>
            <a:r>
              <a:rPr lang="fr-BE" b="1" err="1"/>
              <a:t>Integration</a:t>
            </a:r>
            <a:r>
              <a:rPr lang="fr-BE" b="1"/>
              <a:t> (CI)</a:t>
            </a:r>
            <a:br>
              <a:rPr lang="en-BE"/>
            </a:br>
            <a:r>
              <a:rPr lang="fr-BE"/>
              <a:t>CI </a:t>
            </a:r>
            <a:r>
              <a:rPr lang="fr-BE" err="1"/>
              <a:t>automatiseert</a:t>
            </a:r>
            <a:r>
              <a:rPr lang="fr-BE"/>
              <a:t> het </a:t>
            </a:r>
            <a:r>
              <a:rPr lang="fr-BE" err="1"/>
              <a:t>samenvoegen</a:t>
            </a:r>
            <a:r>
              <a:rPr lang="fr-BE"/>
              <a:t> en </a:t>
            </a:r>
            <a:r>
              <a:rPr lang="fr-BE" err="1"/>
              <a:t>testen</a:t>
            </a:r>
            <a:r>
              <a:rPr lang="fr-BE"/>
              <a:t> van code om </a:t>
            </a:r>
            <a:r>
              <a:rPr lang="fr-BE" err="1"/>
              <a:t>integratiefouten</a:t>
            </a:r>
            <a:r>
              <a:rPr lang="fr-BE"/>
              <a:t> </a:t>
            </a:r>
            <a:r>
              <a:rPr lang="fr-BE" err="1"/>
              <a:t>snel</a:t>
            </a:r>
            <a:r>
              <a:rPr lang="fr-BE"/>
              <a:t> te </a:t>
            </a:r>
            <a:r>
              <a:rPr lang="fr-BE" err="1"/>
              <a:t>detecteren</a:t>
            </a:r>
            <a:r>
              <a:rPr lang="fr-BE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b="1" err="1"/>
              <a:t>Continuous</a:t>
            </a:r>
            <a:r>
              <a:rPr lang="fr-BE" b="1"/>
              <a:t> </a:t>
            </a:r>
            <a:r>
              <a:rPr lang="fr-BE" b="1" err="1"/>
              <a:t>Deployment</a:t>
            </a:r>
            <a:r>
              <a:rPr lang="fr-BE" b="1"/>
              <a:t>/Delivery (CD)</a:t>
            </a:r>
            <a:br>
              <a:rPr lang="en-BE"/>
            </a:br>
            <a:r>
              <a:rPr lang="fr-BE"/>
              <a:t>CD </a:t>
            </a:r>
            <a:r>
              <a:rPr lang="fr-BE" err="1"/>
              <a:t>automatiseert</a:t>
            </a:r>
            <a:r>
              <a:rPr lang="fr-BE"/>
              <a:t> het </a:t>
            </a:r>
            <a:r>
              <a:rPr lang="fr-BE" err="1"/>
              <a:t>uitrollen</a:t>
            </a:r>
            <a:r>
              <a:rPr lang="fr-BE"/>
              <a:t> van </a:t>
            </a:r>
            <a:r>
              <a:rPr lang="fr-BE" err="1"/>
              <a:t>geteste</a:t>
            </a:r>
            <a:r>
              <a:rPr lang="fr-BE"/>
              <a:t> code </a:t>
            </a:r>
            <a:r>
              <a:rPr lang="fr-BE" err="1"/>
              <a:t>naar</a:t>
            </a:r>
            <a:r>
              <a:rPr lang="fr-BE"/>
              <a:t> </a:t>
            </a:r>
            <a:r>
              <a:rPr lang="fr-BE" err="1"/>
              <a:t>productie</a:t>
            </a:r>
            <a:r>
              <a:rPr lang="fr-BE"/>
              <a:t> </a:t>
            </a:r>
            <a:r>
              <a:rPr lang="fr-BE" err="1"/>
              <a:t>voor</a:t>
            </a:r>
            <a:r>
              <a:rPr lang="fr-BE"/>
              <a:t> </a:t>
            </a:r>
            <a:r>
              <a:rPr lang="fr-BE" err="1"/>
              <a:t>snelle</a:t>
            </a:r>
            <a:r>
              <a:rPr lang="fr-BE"/>
              <a:t> releases.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b="1" err="1"/>
              <a:t>Belang</a:t>
            </a:r>
            <a:r>
              <a:rPr lang="fr-BE" b="1"/>
              <a:t> van CI/CD</a:t>
            </a:r>
            <a:br>
              <a:rPr lang="en-BE"/>
            </a:br>
            <a:r>
              <a:rPr lang="fr-BE"/>
              <a:t>CI/CD </a:t>
            </a:r>
            <a:r>
              <a:rPr lang="fr-BE" err="1"/>
              <a:t>maakt</a:t>
            </a:r>
            <a:r>
              <a:rPr lang="fr-BE"/>
              <a:t> </a:t>
            </a:r>
            <a:r>
              <a:rPr lang="fr-BE" err="1"/>
              <a:t>snelle</a:t>
            </a:r>
            <a:r>
              <a:rPr lang="fr-BE"/>
              <a:t> feedback en </a:t>
            </a:r>
            <a:r>
              <a:rPr lang="fr-BE" err="1"/>
              <a:t>frequente</a:t>
            </a:r>
            <a:r>
              <a:rPr lang="fr-BE"/>
              <a:t>, </a:t>
            </a:r>
            <a:r>
              <a:rPr lang="fr-BE" err="1"/>
              <a:t>betrouwbare</a:t>
            </a:r>
            <a:r>
              <a:rPr lang="fr-BE"/>
              <a:t> software-updates </a:t>
            </a:r>
            <a:r>
              <a:rPr lang="fr-BE" err="1"/>
              <a:t>mogelijk</a:t>
            </a:r>
            <a:r>
              <a:rPr lang="fr-BE"/>
              <a:t>.</a:t>
            </a:r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65635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E5418-6068-4FAB-9845-E0E74FBF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504B-7193-380E-C9DE-889D117F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Integratie en automatisering met CI/CD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C8314-E72A-6837-1439-C6AFA2C45A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nl-NL" b="1"/>
              <a:t>Typische CI/CD workflow in een </a:t>
            </a:r>
            <a:r>
              <a:rPr lang="nl-NL" b="1" err="1"/>
              <a:t>build</a:t>
            </a:r>
            <a:r>
              <a:rPr lang="nl-NL" b="1"/>
              <a:t> pipeline</a:t>
            </a:r>
            <a:r>
              <a:rPr lang="en-BE" b="1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Code </a:t>
            </a:r>
            <a:r>
              <a:rPr lang="nl-NL" b="1" err="1"/>
              <a:t>Commit</a:t>
            </a:r>
            <a:br>
              <a:rPr lang="en-BE"/>
            </a:br>
            <a:r>
              <a:rPr lang="nl-NL"/>
              <a:t>Ontwikkelaars voegen code toe aan een gedeelde </a:t>
            </a:r>
            <a:r>
              <a:rPr lang="nl-NL" err="1"/>
              <a:t>repository</a:t>
            </a:r>
            <a:r>
              <a:rPr lang="nl-NL"/>
              <a:t> als eerste stap in de CI/CD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Automatische </a:t>
            </a:r>
            <a:r>
              <a:rPr lang="nl-NL" b="1" err="1"/>
              <a:t>Build</a:t>
            </a:r>
            <a:r>
              <a:rPr lang="nl-NL" b="1"/>
              <a:t> en Test</a:t>
            </a:r>
            <a:br>
              <a:rPr lang="en-BE"/>
            </a:br>
            <a:r>
              <a:rPr lang="nl-NL"/>
              <a:t>Na code </a:t>
            </a:r>
            <a:r>
              <a:rPr lang="nl-NL" err="1"/>
              <a:t>commit</a:t>
            </a:r>
            <a:r>
              <a:rPr lang="nl-NL"/>
              <a:t> start een geautomatiseerd proces van </a:t>
            </a:r>
            <a:r>
              <a:rPr lang="nl-NL" err="1"/>
              <a:t>build</a:t>
            </a:r>
            <a:r>
              <a:rPr lang="nl-NL"/>
              <a:t> en testen om fouten vroegtijdig te detecteren.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Statische Analyse en Beveiligingsscans</a:t>
            </a:r>
            <a:br>
              <a:rPr lang="en-BE"/>
            </a:br>
            <a:r>
              <a:rPr lang="nl-NL"/>
              <a:t>Code ondergaat statische analyse en beveiligingsscans om kwetsbaarheden en kwaliteitsproblemen te identificeren.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Deployment naar Omgevingen</a:t>
            </a:r>
            <a:br>
              <a:rPr lang="en-BE"/>
            </a:br>
            <a:r>
              <a:rPr lang="nl-NL"/>
              <a:t>De laatste stap is geautomatiseerde </a:t>
            </a:r>
            <a:r>
              <a:rPr lang="nl-NL" err="1"/>
              <a:t>deployment</a:t>
            </a:r>
            <a:r>
              <a:rPr lang="nl-NL"/>
              <a:t> naar test- of productieomgevingen voor snelle release.</a:t>
            </a:r>
          </a:p>
        </p:txBody>
      </p:sp>
    </p:spTree>
    <p:extLst>
      <p:ext uri="{BB962C8B-B14F-4D97-AF65-F5344CB8AC3E}">
        <p14:creationId xmlns:p14="http://schemas.microsoft.com/office/powerpoint/2010/main" val="2122661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B4DC7-C17D-3D7C-AA9C-7274A25C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7765D-3515-BCBD-3694-2833B32D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Integratie en automatisering met CI/CD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0560E-265E-D8FA-4E40-B995A390B8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fr-FR" b="1"/>
              <a:t>Populaire CI/CD </a:t>
            </a:r>
            <a:r>
              <a:rPr lang="fr-FR" b="1" err="1"/>
              <a:t>tools</a:t>
            </a:r>
            <a:r>
              <a:rPr lang="fr-FR" b="1"/>
              <a:t>: Jenkins, GitHub Actions, </a:t>
            </a:r>
            <a:r>
              <a:rPr lang="fr-FR" b="1" err="1"/>
              <a:t>GitLab</a:t>
            </a:r>
            <a:r>
              <a:rPr lang="fr-FR" b="1"/>
              <a:t> CI</a:t>
            </a:r>
            <a:endParaRPr lang="en-B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Jenkins Open Source</a:t>
            </a:r>
            <a:br>
              <a:rPr lang="en-BE" b="1"/>
            </a:br>
            <a:r>
              <a:rPr lang="en-BE"/>
              <a:t>Jen</a:t>
            </a:r>
            <a:r>
              <a:rPr lang="nl-NL" err="1"/>
              <a:t>kins</a:t>
            </a:r>
            <a:r>
              <a:rPr lang="nl-NL"/>
              <a:t> is een krachtige open-source CI/CD tool met een breed scala aan </a:t>
            </a:r>
            <a:r>
              <a:rPr lang="nl-NL" err="1"/>
              <a:t>plugins</a:t>
            </a:r>
            <a:r>
              <a:rPr lang="nl-NL"/>
              <a:t> voor flexibiliteit en aanpassing.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/>
              <a:t>GitHub Actions Integratie</a:t>
            </a:r>
            <a:br>
              <a:rPr lang="en-BE" b="1"/>
            </a:br>
            <a:r>
              <a:rPr lang="nl-NL"/>
              <a:t>GitHub Actions integreert naadloos met GitHub </a:t>
            </a:r>
            <a:r>
              <a:rPr lang="nl-NL" err="1"/>
              <a:t>repositories</a:t>
            </a:r>
            <a:r>
              <a:rPr lang="nl-NL"/>
              <a:t> voor gestroomlijnde </a:t>
            </a:r>
            <a:r>
              <a:rPr lang="nl-NL" err="1"/>
              <a:t>workflows</a:t>
            </a:r>
            <a:r>
              <a:rPr lang="nl-NL"/>
              <a:t> en automatisering.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 err="1"/>
              <a:t>GitLab</a:t>
            </a:r>
            <a:r>
              <a:rPr lang="nl-NL" b="1"/>
              <a:t> CI Pipelines</a:t>
            </a:r>
            <a:br>
              <a:rPr lang="en-BE"/>
            </a:br>
            <a:r>
              <a:rPr lang="nl-NL" err="1"/>
              <a:t>GitLab</a:t>
            </a:r>
            <a:r>
              <a:rPr lang="nl-NL"/>
              <a:t> CI biedt geïntegreerde </a:t>
            </a:r>
            <a:r>
              <a:rPr lang="nl-NL" err="1"/>
              <a:t>pipelines</a:t>
            </a:r>
            <a:r>
              <a:rPr lang="nl-NL"/>
              <a:t> binnen </a:t>
            </a:r>
            <a:r>
              <a:rPr lang="nl-NL" err="1"/>
              <a:t>GitLab</a:t>
            </a:r>
            <a:r>
              <a:rPr lang="nl-NL"/>
              <a:t> voor efficiënte continue integratie en levering. 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b="1" err="1"/>
              <a:t>Azure</a:t>
            </a:r>
            <a:r>
              <a:rPr lang="nl-NL" b="1"/>
              <a:t> Pipelines</a:t>
            </a:r>
            <a:br>
              <a:rPr lang="en-BE" b="1"/>
            </a:br>
            <a:r>
              <a:rPr lang="nl-NL" err="1"/>
              <a:t>Azure</a:t>
            </a:r>
            <a:r>
              <a:rPr lang="nl-NL"/>
              <a:t> Pipelines biedt CI/CD functionaliteit voor meerdere talen en platformen en integreert met zowel Microsoft- als externe tools.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18950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B2A4-5F33-0C64-14C8-582BD36C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7869-32D6-016C-C709-2F4E29DF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Integratie en automatisering met CI/CD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DD357-7DE4-253A-40CE-D78D6A4D1C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fr-FR" b="1"/>
              <a:t>H</a:t>
            </a:r>
            <a:r>
              <a:rPr lang="en-BE" b="1"/>
              <a:t>ands-on GitHub Actions met Vite + 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b="1"/>
              <a:t>B</a:t>
            </a:r>
            <a:r>
              <a:rPr lang="en-BE" b="1" err="1"/>
              <a:t>asisopdracht</a:t>
            </a:r>
            <a:r>
              <a:rPr lang="en-BE" b="1"/>
              <a:t> CI:</a:t>
            </a:r>
            <a:br>
              <a:rPr lang="en-BE" b="1"/>
            </a:br>
            <a:r>
              <a:rPr lang="nl-NL"/>
              <a:t>Maak een eenvoudige GitHub Actions workflow die automatisch de </a:t>
            </a:r>
            <a:r>
              <a:rPr lang="nl-NL" err="1"/>
              <a:t>Vite-projectbuild</a:t>
            </a:r>
            <a:r>
              <a:rPr lang="nl-NL"/>
              <a:t> uitvoert en de </a:t>
            </a:r>
            <a:r>
              <a:rPr lang="nl-NL" err="1"/>
              <a:t>TypeScript</a:t>
            </a:r>
            <a:r>
              <a:rPr lang="nl-NL"/>
              <a:t>-code compileert bij elke push naar de </a:t>
            </a:r>
            <a:r>
              <a:rPr lang="nl-NL" err="1"/>
              <a:t>repository</a:t>
            </a:r>
            <a:r>
              <a:rPr lang="nl-NL"/>
              <a:t>.</a:t>
            </a:r>
            <a:endParaRPr lang="en-B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b="1" err="1"/>
              <a:t>Uitbreidingsopdracht</a:t>
            </a:r>
            <a:r>
              <a:rPr lang="en-BE" b="1"/>
              <a:t> CD:</a:t>
            </a:r>
            <a:br>
              <a:rPr lang="en-BE" b="1"/>
            </a:br>
            <a:r>
              <a:rPr lang="nl-NL"/>
              <a:t>Breid de pipeline uit met </a:t>
            </a:r>
            <a:r>
              <a:rPr lang="nl-NL" b="1"/>
              <a:t>testen</a:t>
            </a:r>
            <a:r>
              <a:rPr lang="nl-NL"/>
              <a:t> en </a:t>
            </a:r>
            <a:r>
              <a:rPr lang="nl-NL" b="1" err="1"/>
              <a:t>artifact</a:t>
            </a:r>
            <a:r>
              <a:rPr lang="nl-NL" b="1"/>
              <a:t>-opslag</a:t>
            </a:r>
            <a:r>
              <a:rPr lang="nl-NL"/>
              <a:t>.</a:t>
            </a:r>
            <a:endParaRPr lang="en-BE" b="1"/>
          </a:p>
          <a:p>
            <a:r>
              <a:rPr lang="en-BE" err="1"/>
              <a:t>Oplossing</a:t>
            </a:r>
            <a:r>
              <a:rPr lang="en-BE"/>
              <a:t>: </a:t>
            </a:r>
            <a:r>
              <a:rPr lang="fr-BE" err="1">
                <a:hlinkClick r:id="rId3"/>
              </a:rPr>
              <a:t>hans-naert</a:t>
            </a:r>
            <a:r>
              <a:rPr lang="fr-BE">
                <a:hlinkClick r:id="rId3"/>
              </a:rPr>
              <a:t>/Modern-Frontend-</a:t>
            </a:r>
            <a:r>
              <a:rPr lang="fr-BE" err="1">
                <a:hlinkClick r:id="rId3"/>
              </a:rPr>
              <a:t>Build</a:t>
            </a:r>
            <a:r>
              <a:rPr lang="fr-BE">
                <a:hlinkClick r:id="rId3"/>
              </a:rPr>
              <a:t>-Pipeline at ci-cd</a:t>
            </a:r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CD363-9F02-EDCF-9DE9-9C17372BC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3884606"/>
            <a:ext cx="4399582" cy="2946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8A30D-7ADC-4FFD-76BB-4B3228EC4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15" y="4026484"/>
            <a:ext cx="5954785" cy="26629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12CDCC-F370-45A6-E6CD-00A95F77EC36}"/>
              </a:ext>
            </a:extLst>
          </p:cNvPr>
          <p:cNvSpPr/>
          <p:nvPr/>
        </p:nvSpPr>
        <p:spPr>
          <a:xfrm>
            <a:off x="10205749" y="6567009"/>
            <a:ext cx="230560" cy="23396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105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D25DE7-DA35-9791-CAF7-BD1311E7AC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err="1"/>
              <a:t>Conclusie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95337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4F74BA-9C4F-9684-0046-415FDA285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E" err="1"/>
              <a:t>Conclusie</a:t>
            </a:r>
            <a:endParaRPr lang="en-B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FC9984-9290-3CE7-81C9-27EFB0612F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BE" b="1" err="1"/>
              <a:t>Samenstelling</a:t>
            </a:r>
            <a:r>
              <a:rPr lang="fr-BE" b="1"/>
              <a:t> van </a:t>
            </a:r>
            <a:r>
              <a:rPr lang="fr-BE" b="1" err="1"/>
              <a:t>build</a:t>
            </a:r>
            <a:r>
              <a:rPr lang="fr-BE" b="1"/>
              <a:t> pipelines</a:t>
            </a:r>
            <a:br>
              <a:rPr lang="en-BE" b="1"/>
            </a:br>
            <a:r>
              <a:rPr lang="en-US"/>
              <a:t>Moderne build pipelines </a:t>
            </a:r>
            <a:r>
              <a:rPr lang="en-US" err="1"/>
              <a:t>combineren</a:t>
            </a:r>
            <a:r>
              <a:rPr lang="en-US"/>
              <a:t> bundlers, </a:t>
            </a:r>
            <a:r>
              <a:rPr lang="en-US" err="1"/>
              <a:t>transpilers</a:t>
            </a:r>
            <a:r>
              <a:rPr lang="en-US"/>
              <a:t>, dev servers, </a:t>
            </a:r>
            <a:r>
              <a:rPr lang="en-US" err="1"/>
              <a:t>optimalisatietools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CI/CD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optimale</a:t>
            </a:r>
            <a:r>
              <a:rPr lang="en-US"/>
              <a:t> </a:t>
            </a:r>
            <a:r>
              <a:rPr lang="en-US" err="1"/>
              <a:t>softwareontwikkeling</a:t>
            </a:r>
            <a:r>
              <a:rPr lang="en-US"/>
              <a:t>.</a:t>
            </a:r>
          </a:p>
          <a:p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1D6292-8E89-B755-BE34-D1739E19D1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BE" b="1" err="1"/>
              <a:t>Voordelen</a:t>
            </a:r>
            <a:r>
              <a:rPr lang="fr-BE" b="1"/>
              <a:t> van </a:t>
            </a:r>
            <a:r>
              <a:rPr lang="fr-BE" b="1" err="1"/>
              <a:t>integratie</a:t>
            </a:r>
            <a:endParaRPr lang="fr-BE" b="1"/>
          </a:p>
          <a:p>
            <a:r>
              <a:rPr lang="nl-NL"/>
              <a:t>Goede integratie van deze tools maakt snellere, efficiëntere en betrouwbare softwarelevering door teams mogelijk.</a:t>
            </a:r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676023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angepast 4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 rtl="0">
          <a:defRPr sz="1500" dirty="0">
            <a:latin typeface="Poppins" pitchFamily="2" charset="77"/>
            <a:cs typeface="Poppins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ereenvoudigde_basis_moof" id="{3AE268D8-96AF-9D4D-B96F-D2AF025881E0}" vid="{EE327860-2169-864A-9D80-FA449BBCB7B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C04C4E2DDCE0488F4DD8BB141CF9CE" ma:contentTypeVersion="4" ma:contentTypeDescription="Een nieuw document maken." ma:contentTypeScope="" ma:versionID="258c8c0d7404e0da57f44928f2494cf1">
  <xsd:schema xmlns:xsd="http://www.w3.org/2001/XMLSchema" xmlns:xs="http://www.w3.org/2001/XMLSchema" xmlns:p="http://schemas.microsoft.com/office/2006/metadata/properties" xmlns:ns2="364fe833-cdb2-433b-95f6-35ce0fa8ca87" targetNamespace="http://schemas.microsoft.com/office/2006/metadata/properties" ma:root="true" ma:fieldsID="438d304dea94878c6dd560ff07327b56" ns2:_="">
    <xsd:import namespace="364fe833-cdb2-433b-95f6-35ce0fa8ca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4fe833-cdb2-433b-95f6-35ce0fa8c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B28131-3B21-4F7C-9F9A-8978BDF39392}">
  <ds:schemaRefs>
    <ds:schemaRef ds:uri="364fe833-cdb2-433b-95f6-35ce0fa8ca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59B463-9F42-410E-98C7-E4E3C4807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99FCB9-892B-468F-813C-AADFA59B6A9D}">
  <ds:schemaRefs>
    <ds:schemaRef ds:uri="364fe833-cdb2-433b-95f6-35ce0fa8ca8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VIVES lessjabloon</Template>
  <Application>Microsoft Office PowerPoint</Application>
  <PresentationFormat>Widescreen</PresentationFormat>
  <Slides>30</Slides>
  <Notes>28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1_Office Theme</vt:lpstr>
      <vt:lpstr>Modern Frontend Build Pipeline</vt:lpstr>
      <vt:lpstr>Agenda van de Presentatie</vt:lpstr>
      <vt:lpstr>Introductie tot moderne build pipelines</vt:lpstr>
      <vt:lpstr>Introductie tot moderne build pipelines</vt:lpstr>
      <vt:lpstr>Introductie tot moderne build pipelines</vt:lpstr>
      <vt:lpstr>De rol van bundlers in het buildproces</vt:lpstr>
      <vt:lpstr>De rol van bundlers in het buildproces</vt:lpstr>
      <vt:lpstr>De rol van bundlers in het buildproces</vt:lpstr>
      <vt:lpstr>De rol van bundlers in het buildproces</vt:lpstr>
      <vt:lpstr>Transpilers: broncode moderniseren en compatibel maken</vt:lpstr>
      <vt:lpstr>Transpilers: broncode moderniseren en compatibel maken</vt:lpstr>
      <vt:lpstr>Transpilers: broncode moderniseren en compatibel maken</vt:lpstr>
      <vt:lpstr>Transpilers: broncode moderniseren en compatibel maken</vt:lpstr>
      <vt:lpstr>Dev server voor snelle iteratie en testen</vt:lpstr>
      <vt:lpstr>Dev server voor snelle iteratie en testen</vt:lpstr>
      <vt:lpstr>Dev server voor snelle iteratie en testen</vt:lpstr>
      <vt:lpstr>Dev server voor snelle iteratie en testen</vt:lpstr>
      <vt:lpstr>Dev server voor snelle iteratie en testen</vt:lpstr>
      <vt:lpstr>Optimalisatie: Workbox en Progressive Web Apps</vt:lpstr>
      <vt:lpstr>Optimalisatie: Workbox en Progressive Web Apps</vt:lpstr>
      <vt:lpstr>Optimalisatie: Workbox en Progressive Web Apps</vt:lpstr>
      <vt:lpstr>Optimalisatie: Workbox en Progressive Web Apps</vt:lpstr>
      <vt:lpstr>Optimalisatie: Workbox en Progressive Web Apps</vt:lpstr>
      <vt:lpstr>Integratie en automatisering met CI/CD</vt:lpstr>
      <vt:lpstr>Integratie en automatisering met CI/CD</vt:lpstr>
      <vt:lpstr>Integratie en automatisering met CI/CD</vt:lpstr>
      <vt:lpstr>Integratie en automatisering met CI/CD</vt:lpstr>
      <vt:lpstr>Integratie en automatisering met CI/CD</vt:lpstr>
      <vt:lpstr>Conclusie</vt:lpstr>
      <vt:lpstr>Conclusie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 Naert</dc:creator>
  <cp:revision>1</cp:revision>
  <dcterms:created xsi:type="dcterms:W3CDTF">2025-08-31T18:07:41Z</dcterms:created>
  <dcterms:modified xsi:type="dcterms:W3CDTF">2025-09-04T22:13:10Z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Microsoft® PowerPoint® voor Microsoft 365</vt:lpwstr>
  </property>
  <property fmtid="{D5CDD505-2E9C-101B-9397-08002B2CF9AE}" pid="4" name="LastSaved">
    <vt:filetime>2022-11-08T00:00:00Z</vt:filetime>
  </property>
  <property fmtid="{D5CDD505-2E9C-101B-9397-08002B2CF9AE}" pid="5" name="Producer">
    <vt:lpwstr>Microsoft® PowerPoint® voor Microsoft 365</vt:lpwstr>
  </property>
  <property fmtid="{D5CDD505-2E9C-101B-9397-08002B2CF9AE}" pid="6" name="ContentTypeId">
    <vt:lpwstr>0x0101000BC04C4E2DDCE0488F4DD8BB141CF9CE</vt:lpwstr>
  </property>
</Properties>
</file>